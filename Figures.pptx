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22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sz="1800" b="0" strike="noStrike" spc="-1">
                <a:solidFill>
                  <a:schemeClr val="dk1"/>
                </a:solidFill>
                <a:latin typeface="Aptos"/>
              </a:rPr>
              <a:t>Click to move the slide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86EEEC1-90AD-437A-BD8A-7FA8B1813FCA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EC63A37-7504-4530-BFFC-A676D2F8F611}" type="slidenum">
              <a:rPr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C90B6F-3835-47AA-B52D-643577B21B56}" type="slidenum">
              <a:rPr sz="12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D97CD9E-2E35-4DFC-A588-89B3A78B569A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DED07C0-2170-40E6-8A89-C8F1A1D787C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FFC7249-2621-491A-870D-B2439475AAF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E633E45-28D2-4AD5-95B5-559ADB0AB47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4B1622D4-5206-4DA9-9EAC-F315F0B4580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sz="2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06231C0F-2573-4417-829B-569C1907BD7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C04D00AA-6206-4371-9BCC-9881BEF0CD9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5FE65220-431F-4C51-87DB-6CC36AC1352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FF2F8BE-D671-4F5D-8702-59FC8258C23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51A16838-A1B3-4343-A65C-9C5553341B4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68ED52B6-DBE8-4237-B956-47A27ADD6F4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GB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2437FA-DAB7-400D-AA8A-C684662BC024}" type="slidenum"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8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sz="20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18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sz="18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0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0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20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66CC20-A3BE-45E9-A294-881160A0A656}" type="slidenum"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F89EE6-E48B-48D9-9D4C-F7487C860F21}" type="slidenum"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6151BC-95BE-4010-B84A-F9A42407A9C3}" type="slidenum"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60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sz="6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D0F857-9B95-4DF1-8E3B-FAE72306E36B}" type="slidenum"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0A78D7-AEF6-4766-A506-F12189087376}" type="slidenum"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1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2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28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sz="24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sz="20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sz="18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F9B73C-A114-480D-8229-9E6A0442F6BB}" type="slidenum"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726E91-C8A0-4F8F-83CC-0B0436B2C87B}" type="slidenum"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F87B56-69D6-4301-90B0-461942145536}" type="slidenum"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32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3200" b="0" strike="noStrike" spc="-1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>
                <a:solidFill>
                  <a:schemeClr val="dk1"/>
                </a:solidFill>
                <a:latin typeface="Aptos"/>
              </a:rPr>
              <a:t>Second level</a:t>
            </a:r>
            <a:endParaRPr sz="2800" b="0" strike="noStrike" spc="-1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>
                <a:solidFill>
                  <a:schemeClr val="dk1"/>
                </a:solidFill>
                <a:latin typeface="Aptos"/>
              </a:rPr>
              <a:t>Third level</a:t>
            </a:r>
            <a:endParaRPr sz="2400" b="0" strike="noStrike" spc="-1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Aptos"/>
              </a:rPr>
              <a:t>Fourth level</a:t>
            </a:r>
            <a:endParaRPr sz="2000" b="0" strike="noStrike" spc="-1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chemeClr val="dk1"/>
                </a:solidFill>
                <a:latin typeface="Aptos"/>
              </a:rPr>
              <a:t>Fifth level</a:t>
            </a:r>
            <a:endParaRPr sz="20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16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44B9FF-3E9F-4571-B938-4C49427BF5F6}" type="slidenum"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3200" b="0" strike="noStrike" spc="-1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sz="32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3200" b="0" strike="noStrike" spc="-1">
                <a:solidFill>
                  <a:schemeClr val="dk1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sz="3200" b="0" strike="noStrike" spc="-1">
                <a:solidFill>
                  <a:schemeClr val="dk1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3200" b="0" strike="noStrike" spc="-1">
                <a:solidFill>
                  <a:schemeClr val="dk1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sz="3200" b="0" strike="noStrike" spc="-1">
                <a:solidFill>
                  <a:schemeClr val="dk1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3200" b="0" strike="noStrike" spc="-1">
                <a:solidFill>
                  <a:schemeClr val="dk1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3200" b="0" strike="noStrike" spc="-1">
                <a:solidFill>
                  <a:schemeClr val="dk1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sz="3200" b="0" strike="noStrike" spc="-1">
                <a:solidFill>
                  <a:schemeClr val="dk1"/>
                </a:solidFill>
                <a:latin typeface="Aptos"/>
              </a:rPr>
              <a:t>Seventh Outline Level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600" b="0" strike="noStrike" spc="-1">
                <a:solidFill>
                  <a:schemeClr val="dk1"/>
                </a:solidFill>
                <a:latin typeface="Aptos"/>
              </a:rPr>
              <a:t>Click to edit Master text styles</a:t>
            </a:r>
            <a:endParaRPr sz="1600" b="0" strike="noStrike" spc="-1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8E0E48-7FC2-4414-816B-03D0C99D0B2C}" type="slidenum">
              <a:rPr sz="1200" b="0" strike="noStrike" spc="-1">
                <a:solidFill>
                  <a:schemeClr val="dk1">
                    <a:tint val="82000"/>
                  </a:schemeClr>
                </a:solidFill>
                <a:latin typeface="Aptos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33"/>
          <p:cNvGrpSpPr/>
          <p:nvPr/>
        </p:nvGrpSpPr>
        <p:grpSpPr>
          <a:xfrm>
            <a:off x="2762640" y="1883160"/>
            <a:ext cx="6464880" cy="2332080"/>
            <a:chOff x="2762640" y="1883160"/>
            <a:chExt cx="6464880" cy="2332080"/>
          </a:xfrm>
        </p:grpSpPr>
        <p:cxnSp>
          <p:nvCxnSpPr>
            <p:cNvPr id="73" name="Straight Arrow Connector 4"/>
            <p:cNvCxnSpPr/>
            <p:nvPr/>
          </p:nvCxnSpPr>
          <p:spPr>
            <a:xfrm>
              <a:off x="2762640" y="3429000"/>
              <a:ext cx="5727240" cy="360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triangle" w="med" len="med"/>
            </a:ln>
          </p:spPr>
        </p:cxnSp>
        <p:sp>
          <p:nvSpPr>
            <p:cNvPr id="74" name="Oval 5"/>
            <p:cNvSpPr/>
            <p:nvPr/>
          </p:nvSpPr>
          <p:spPr>
            <a:xfrm>
              <a:off x="3755880" y="2642400"/>
              <a:ext cx="589680" cy="157284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75" name="Oval 6"/>
            <p:cNvSpPr/>
            <p:nvPr/>
          </p:nvSpPr>
          <p:spPr>
            <a:xfrm>
              <a:off x="6995520" y="2642400"/>
              <a:ext cx="589680" cy="157284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cxnSp>
          <p:nvCxnSpPr>
            <p:cNvPr id="76" name="Straight Connector 8"/>
            <p:cNvCxnSpPr>
              <a:stCxn id="75" idx="0"/>
              <a:endCxn id="74" idx="0"/>
            </p:cNvCxnSpPr>
            <p:nvPr/>
          </p:nvCxnSpPr>
          <p:spPr>
            <a:xfrm flipH="1">
              <a:off x="4050720" y="2642400"/>
              <a:ext cx="3240000" cy="3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7" name="Straight Connector 10"/>
            <p:cNvCxnSpPr>
              <a:stCxn id="74" idx="4"/>
              <a:endCxn id="75" idx="4"/>
            </p:cNvCxnSpPr>
            <p:nvPr/>
          </p:nvCxnSpPr>
          <p:spPr>
            <a:xfrm>
              <a:off x="4050720" y="3232440"/>
              <a:ext cx="3240000" cy="360"/>
            </a:xfrm>
            <a:prstGeom prst="straightConnector1">
              <a:avLst/>
            </a:prstGeom>
            <a:ln>
              <a:solidFill>
                <a:srgbClr val="000000"/>
              </a:solidFill>
            </a:ln>
          </p:spPr>
        </p:cxnSp>
        <p:cxnSp>
          <p:nvCxnSpPr>
            <p:cNvPr id="78" name="Straight Arrow Connector 12"/>
            <p:cNvCxnSpPr/>
            <p:nvPr/>
          </p:nvCxnSpPr>
          <p:spPr>
            <a:xfrm>
              <a:off x="4050720" y="2415960"/>
              <a:ext cx="3240000" cy="360"/>
            </a:xfrm>
            <a:prstGeom prst="straightConnector1">
              <a:avLst/>
            </a:prstGeom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</p:cxnSp>
        <p:cxnSp>
          <p:nvCxnSpPr>
            <p:cNvPr id="79" name="Straight Arrow Connector 14"/>
            <p:cNvCxnSpPr/>
            <p:nvPr/>
          </p:nvCxnSpPr>
          <p:spPr>
            <a:xfrm>
              <a:off x="3637080" y="2642400"/>
              <a:ext cx="360" cy="714600"/>
            </a:xfrm>
            <a:prstGeom prst="straightConnector1">
              <a:avLst/>
            </a:prstGeom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</p:cxnSp>
        <p:sp>
          <p:nvSpPr>
            <p:cNvPr id="80" name="TextBox 18"/>
            <p:cNvSpPr/>
            <p:nvPr/>
          </p:nvSpPr>
          <p:spPr>
            <a:xfrm>
              <a:off x="3316680" y="2746440"/>
              <a:ext cx="252720" cy="43056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TextBox 19"/>
            <p:cNvSpPr/>
            <p:nvPr/>
          </p:nvSpPr>
          <p:spPr>
            <a:xfrm>
              <a:off x="5448240" y="1985400"/>
              <a:ext cx="444960" cy="43056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82" name="Straight Arrow Connector 21"/>
            <p:cNvCxnSpPr/>
            <p:nvPr/>
          </p:nvCxnSpPr>
          <p:spPr>
            <a:xfrm>
              <a:off x="7350480" y="3169440"/>
              <a:ext cx="874080" cy="360"/>
            </a:xfrm>
            <a:prstGeom prst="straightConnector1">
              <a:avLst/>
            </a:prstGeom>
            <a:ln w="57150">
              <a:solidFill>
                <a:srgbClr val="156082"/>
              </a:solidFill>
              <a:tailEnd type="triangle" w="med" len="med"/>
            </a:ln>
          </p:spPr>
        </p:cxnSp>
        <p:cxnSp>
          <p:nvCxnSpPr>
            <p:cNvPr id="83" name="Straight Arrow Connector 22"/>
            <p:cNvCxnSpPr/>
            <p:nvPr/>
          </p:nvCxnSpPr>
          <p:spPr>
            <a:xfrm>
              <a:off x="3977640" y="3169440"/>
              <a:ext cx="549000" cy="360"/>
            </a:xfrm>
            <a:prstGeom prst="straightConnector1">
              <a:avLst/>
            </a:prstGeom>
            <a:ln w="57150">
              <a:solidFill>
                <a:srgbClr val="156082"/>
              </a:solidFill>
              <a:tailEnd type="triangle" w="med" len="med"/>
            </a:ln>
          </p:spPr>
        </p:cxnSp>
        <p:cxnSp>
          <p:nvCxnSpPr>
            <p:cNvPr id="84" name="Straight Arrow Connector 24"/>
            <p:cNvCxnSpPr/>
            <p:nvPr/>
          </p:nvCxnSpPr>
          <p:spPr>
            <a:xfrm flipV="1">
              <a:off x="6263640" y="2062440"/>
              <a:ext cx="360" cy="538560"/>
            </a:xfrm>
            <a:prstGeom prst="straightConnector1">
              <a:avLst/>
            </a:prstGeom>
            <a:ln w="57150">
              <a:solidFill>
                <a:srgbClr val="156082"/>
              </a:solidFill>
              <a:tailEnd type="triangle" w="med" len="med"/>
            </a:ln>
          </p:spPr>
        </p:cxnSp>
        <p:sp>
          <p:nvSpPr>
            <p:cNvPr id="85" name="TextBox 27"/>
            <p:cNvSpPr/>
            <p:nvPr/>
          </p:nvSpPr>
          <p:spPr>
            <a:xfrm>
              <a:off x="4345920" y="2690640"/>
              <a:ext cx="795960" cy="43056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TextBox 28"/>
            <p:cNvSpPr/>
            <p:nvPr/>
          </p:nvSpPr>
          <p:spPr>
            <a:xfrm>
              <a:off x="7632720" y="2690640"/>
              <a:ext cx="1594800" cy="43056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TextBox 29"/>
            <p:cNvSpPr/>
            <p:nvPr/>
          </p:nvSpPr>
          <p:spPr>
            <a:xfrm>
              <a:off x="6392160" y="1883160"/>
              <a:ext cx="439920" cy="430560"/>
            </a:xfrm>
            <a:prstGeom prst="rect">
              <a:avLst/>
            </a:pr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TextBox 30"/>
            <p:cNvSpPr/>
            <p:nvPr/>
          </p:nvSpPr>
          <p:spPr>
            <a:xfrm>
              <a:off x="8489520" y="3213720"/>
              <a:ext cx="252720" cy="430560"/>
            </a:xfrm>
            <a:prstGeom prst="rect">
              <a:avLst/>
            </a:pr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Straight Connector 23"/>
          <p:cNvCxnSpPr/>
          <p:nvPr/>
        </p:nvCxnSpPr>
        <p:spPr>
          <a:xfrm flipV="1">
            <a:off x="1607760" y="2415240"/>
            <a:ext cx="4346280" cy="91224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90" name="Straight Connector 11"/>
          <p:cNvCxnSpPr/>
          <p:nvPr/>
        </p:nvCxnSpPr>
        <p:spPr>
          <a:xfrm>
            <a:off x="8922600" y="1287000"/>
            <a:ext cx="360" cy="3668040"/>
          </a:xfrm>
          <a:prstGeom prst="straightConnector1">
            <a:avLst/>
          </a:prstGeom>
          <a:ln w="38100">
            <a:solidFill>
              <a:srgbClr val="000000"/>
            </a:solidFill>
            <a:prstDash val="sysDot"/>
          </a:ln>
        </p:spPr>
      </p:cxnSp>
      <p:cxnSp>
        <p:nvCxnSpPr>
          <p:cNvPr id="91" name="Straight Arrow Connector 20"/>
          <p:cNvCxnSpPr/>
          <p:nvPr/>
        </p:nvCxnSpPr>
        <p:spPr>
          <a:xfrm>
            <a:off x="467280" y="3327120"/>
            <a:ext cx="11298240" cy="3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92" name="TextBox 21"/>
          <p:cNvSpPr/>
          <p:nvPr/>
        </p:nvSpPr>
        <p:spPr>
          <a:xfrm>
            <a:off x="11602440" y="3327480"/>
            <a:ext cx="162360" cy="2764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Straight Connector 24"/>
          <p:cNvCxnSpPr/>
          <p:nvPr/>
        </p:nvCxnSpPr>
        <p:spPr>
          <a:xfrm flipH="1" flipV="1">
            <a:off x="5953680" y="2415240"/>
            <a:ext cx="5222520" cy="333540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94" name="Straight Connector 29"/>
          <p:cNvCxnSpPr/>
          <p:nvPr/>
        </p:nvCxnSpPr>
        <p:spPr>
          <a:xfrm>
            <a:off x="11175840" y="599400"/>
            <a:ext cx="360" cy="5578200"/>
          </a:xfrm>
          <a:prstGeom prst="straightConnector1">
            <a:avLst/>
          </a:prstGeom>
          <a:ln w="76200">
            <a:solidFill>
              <a:srgbClr val="FFFF00"/>
            </a:solidFill>
          </a:ln>
        </p:spPr>
      </p:cxnSp>
      <p:cxnSp>
        <p:nvCxnSpPr>
          <p:cNvPr id="95" name="Straight Arrow Connector 33"/>
          <p:cNvCxnSpPr/>
          <p:nvPr/>
        </p:nvCxnSpPr>
        <p:spPr>
          <a:xfrm>
            <a:off x="11297160" y="3378240"/>
            <a:ext cx="360" cy="236268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96" name="Straight Arrow Connector 34"/>
          <p:cNvCxnSpPr/>
          <p:nvPr/>
        </p:nvCxnSpPr>
        <p:spPr>
          <a:xfrm>
            <a:off x="9060120" y="3378240"/>
            <a:ext cx="360" cy="94824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97" name="Straight Arrow Connector 36"/>
          <p:cNvCxnSpPr/>
          <p:nvPr/>
        </p:nvCxnSpPr>
        <p:spPr>
          <a:xfrm>
            <a:off x="9060120" y="3135240"/>
            <a:ext cx="196200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98" name="Straight Arrow Connector 38"/>
          <p:cNvCxnSpPr/>
          <p:nvPr/>
        </p:nvCxnSpPr>
        <p:spPr>
          <a:xfrm>
            <a:off x="7393680" y="3135240"/>
            <a:ext cx="142128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99" name="Straight Arrow Connector 40"/>
          <p:cNvCxnSpPr/>
          <p:nvPr/>
        </p:nvCxnSpPr>
        <p:spPr>
          <a:xfrm>
            <a:off x="6095880" y="3469680"/>
            <a:ext cx="123912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100" name="TextBox 43"/>
          <p:cNvSpPr/>
          <p:nvPr/>
        </p:nvSpPr>
        <p:spPr>
          <a:xfrm>
            <a:off x="11370600" y="4392360"/>
            <a:ext cx="199440" cy="276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44"/>
          <p:cNvSpPr/>
          <p:nvPr/>
        </p:nvSpPr>
        <p:spPr>
          <a:xfrm>
            <a:off x="9128880" y="3672000"/>
            <a:ext cx="164880" cy="2764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2" name="Straight Arrow Connector 45"/>
          <p:cNvCxnSpPr/>
          <p:nvPr/>
        </p:nvCxnSpPr>
        <p:spPr>
          <a:xfrm>
            <a:off x="6095880" y="4563360"/>
            <a:ext cx="271908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grpSp>
        <p:nvGrpSpPr>
          <p:cNvPr id="103" name="Group 55"/>
          <p:cNvGrpSpPr/>
          <p:nvPr/>
        </p:nvGrpSpPr>
        <p:grpSpPr>
          <a:xfrm>
            <a:off x="8431560" y="2028600"/>
            <a:ext cx="409680" cy="489600"/>
            <a:chOff x="8431560" y="2028600"/>
            <a:chExt cx="409680" cy="489600"/>
          </a:xfrm>
        </p:grpSpPr>
        <p:cxnSp>
          <p:nvCxnSpPr>
            <p:cNvPr id="104" name="Straight Connector 48"/>
            <p:cNvCxnSpPr/>
            <p:nvPr/>
          </p:nvCxnSpPr>
          <p:spPr>
            <a:xfrm>
              <a:off x="8431560" y="2236320"/>
              <a:ext cx="410040" cy="360"/>
            </a:xfrm>
            <a:prstGeom prst="straightConnector1">
              <a:avLst/>
            </a:prstGeom>
            <a:ln w="6350">
              <a:solidFill>
                <a:srgbClr val="000000"/>
              </a:solidFill>
            </a:ln>
          </p:spPr>
        </p:cxnSp>
        <p:cxnSp>
          <p:nvCxnSpPr>
            <p:cNvPr id="105" name="Straight Connector 49"/>
            <p:cNvCxnSpPr/>
            <p:nvPr/>
          </p:nvCxnSpPr>
          <p:spPr>
            <a:xfrm>
              <a:off x="8431560" y="2312640"/>
              <a:ext cx="410040" cy="360"/>
            </a:xfrm>
            <a:prstGeom prst="straightConnector1">
              <a:avLst/>
            </a:prstGeom>
            <a:ln w="6350">
              <a:solidFill>
                <a:srgbClr val="000000"/>
              </a:solidFill>
            </a:ln>
          </p:spPr>
        </p:cxnSp>
        <p:cxnSp>
          <p:nvCxnSpPr>
            <p:cNvPr id="106" name="Straight Arrow Connector 51"/>
            <p:cNvCxnSpPr/>
            <p:nvPr/>
          </p:nvCxnSpPr>
          <p:spPr>
            <a:xfrm>
              <a:off x="8636400" y="2028600"/>
              <a:ext cx="360" cy="19476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 w="med" len="med"/>
            </a:ln>
          </p:spPr>
        </p:cxnSp>
        <p:cxnSp>
          <p:nvCxnSpPr>
            <p:cNvPr id="107" name="Straight Arrow Connector 52"/>
            <p:cNvCxnSpPr/>
            <p:nvPr/>
          </p:nvCxnSpPr>
          <p:spPr>
            <a:xfrm flipV="1">
              <a:off x="8639280" y="2335320"/>
              <a:ext cx="360" cy="18324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 w="med" len="med"/>
            </a:ln>
          </p:spPr>
        </p:cxnSp>
      </p:grpSp>
      <p:sp>
        <p:nvSpPr>
          <p:cNvPr id="108" name="TextBox 56"/>
          <p:cNvSpPr/>
          <p:nvPr/>
        </p:nvSpPr>
        <p:spPr>
          <a:xfrm>
            <a:off x="9952920" y="2815560"/>
            <a:ext cx="186480" cy="2764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57"/>
          <p:cNvSpPr/>
          <p:nvPr/>
        </p:nvSpPr>
        <p:spPr>
          <a:xfrm>
            <a:off x="8024400" y="2854440"/>
            <a:ext cx="159120" cy="2764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58"/>
          <p:cNvSpPr/>
          <p:nvPr/>
        </p:nvSpPr>
        <p:spPr>
          <a:xfrm>
            <a:off x="7358400" y="4282560"/>
            <a:ext cx="176400" cy="2764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59"/>
          <p:cNvSpPr/>
          <p:nvPr/>
        </p:nvSpPr>
        <p:spPr>
          <a:xfrm>
            <a:off x="6669720" y="3497400"/>
            <a:ext cx="217800" cy="27648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60"/>
          <p:cNvSpPr/>
          <p:nvPr/>
        </p:nvSpPr>
        <p:spPr>
          <a:xfrm>
            <a:off x="3610800" y="3471840"/>
            <a:ext cx="162360" cy="27648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3" name="Straight Arrow Connector 61"/>
          <p:cNvCxnSpPr/>
          <p:nvPr/>
        </p:nvCxnSpPr>
        <p:spPr>
          <a:xfrm>
            <a:off x="1607760" y="3444120"/>
            <a:ext cx="420336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114" name="TextBox 63"/>
          <p:cNvSpPr/>
          <p:nvPr/>
        </p:nvSpPr>
        <p:spPr>
          <a:xfrm>
            <a:off x="8133120" y="2138400"/>
            <a:ext cx="255240" cy="27648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64"/>
          <p:cNvSpPr/>
          <p:nvPr/>
        </p:nvSpPr>
        <p:spPr>
          <a:xfrm>
            <a:off x="4929480" y="1215720"/>
            <a:ext cx="204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1800" b="0" strike="noStrike" spc="-1">
                <a:solidFill>
                  <a:srgbClr val="156082"/>
                </a:solidFill>
                <a:latin typeface="Aptos"/>
              </a:rPr>
              <a:t>Lens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65"/>
          <p:cNvSpPr/>
          <p:nvPr/>
        </p:nvSpPr>
        <p:spPr>
          <a:xfrm>
            <a:off x="7913880" y="914760"/>
            <a:ext cx="204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Mesh grating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66"/>
          <p:cNvSpPr/>
          <p:nvPr/>
        </p:nvSpPr>
        <p:spPr>
          <a:xfrm>
            <a:off x="10151640" y="230040"/>
            <a:ext cx="204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1800" b="0" strike="noStrike" spc="-1">
                <a:solidFill>
                  <a:srgbClr val="FFFF00"/>
                </a:solidFill>
                <a:latin typeface="Aptos"/>
              </a:rPr>
              <a:t>Detector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8" name="Straight Arrow Connector 15"/>
          <p:cNvCxnSpPr/>
          <p:nvPr/>
        </p:nvCxnSpPr>
        <p:spPr>
          <a:xfrm>
            <a:off x="5953680" y="1533960"/>
            <a:ext cx="360" cy="3424320"/>
          </a:xfrm>
          <a:prstGeom prst="straightConnector1">
            <a:avLst/>
          </a:prstGeom>
          <a:ln w="76200">
            <a:solidFill>
              <a:srgbClr val="002060"/>
            </a:solidFill>
            <a:headEnd type="arrow" w="med" len="med"/>
            <a:tailEnd type="arrow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Straight Connector 23"/>
          <p:cNvCxnSpPr/>
          <p:nvPr/>
        </p:nvCxnSpPr>
        <p:spPr>
          <a:xfrm>
            <a:off x="467280" y="2415240"/>
            <a:ext cx="5486760" cy="36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120" name="Straight Connector 11"/>
          <p:cNvCxnSpPr/>
          <p:nvPr/>
        </p:nvCxnSpPr>
        <p:spPr>
          <a:xfrm>
            <a:off x="8922600" y="1287000"/>
            <a:ext cx="360" cy="3668040"/>
          </a:xfrm>
          <a:prstGeom prst="straightConnector1">
            <a:avLst/>
          </a:prstGeom>
          <a:ln w="38100">
            <a:solidFill>
              <a:srgbClr val="000000"/>
            </a:solidFill>
            <a:prstDash val="sysDot"/>
          </a:ln>
        </p:spPr>
      </p:cxnSp>
      <p:cxnSp>
        <p:nvCxnSpPr>
          <p:cNvPr id="121" name="Straight Arrow Connector 20"/>
          <p:cNvCxnSpPr/>
          <p:nvPr/>
        </p:nvCxnSpPr>
        <p:spPr>
          <a:xfrm>
            <a:off x="467280" y="3327120"/>
            <a:ext cx="11298240" cy="3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122" name="TextBox 21"/>
          <p:cNvSpPr/>
          <p:nvPr/>
        </p:nvSpPr>
        <p:spPr>
          <a:xfrm>
            <a:off x="11602440" y="3327480"/>
            <a:ext cx="162360" cy="2764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3" name="Straight Connector 24"/>
          <p:cNvCxnSpPr/>
          <p:nvPr/>
        </p:nvCxnSpPr>
        <p:spPr>
          <a:xfrm flipH="1" flipV="1">
            <a:off x="5953680" y="2415240"/>
            <a:ext cx="5222520" cy="333540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124" name="Straight Connector 29"/>
          <p:cNvCxnSpPr/>
          <p:nvPr/>
        </p:nvCxnSpPr>
        <p:spPr>
          <a:xfrm>
            <a:off x="11175840" y="599400"/>
            <a:ext cx="360" cy="5578200"/>
          </a:xfrm>
          <a:prstGeom prst="straightConnector1">
            <a:avLst/>
          </a:prstGeom>
          <a:ln w="76200">
            <a:solidFill>
              <a:srgbClr val="FFFF00"/>
            </a:solidFill>
          </a:ln>
        </p:spPr>
      </p:cxnSp>
      <p:cxnSp>
        <p:nvCxnSpPr>
          <p:cNvPr id="125" name="Straight Arrow Connector 33"/>
          <p:cNvCxnSpPr/>
          <p:nvPr/>
        </p:nvCxnSpPr>
        <p:spPr>
          <a:xfrm>
            <a:off x="11297160" y="3378240"/>
            <a:ext cx="360" cy="236268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126" name="Straight Arrow Connector 34"/>
          <p:cNvCxnSpPr/>
          <p:nvPr/>
        </p:nvCxnSpPr>
        <p:spPr>
          <a:xfrm>
            <a:off x="9060120" y="3378240"/>
            <a:ext cx="360" cy="94824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127" name="Straight Arrow Connector 36"/>
          <p:cNvCxnSpPr/>
          <p:nvPr/>
        </p:nvCxnSpPr>
        <p:spPr>
          <a:xfrm>
            <a:off x="9060120" y="3135240"/>
            <a:ext cx="196200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128" name="Straight Arrow Connector 38"/>
          <p:cNvCxnSpPr/>
          <p:nvPr/>
        </p:nvCxnSpPr>
        <p:spPr>
          <a:xfrm>
            <a:off x="7393680" y="3135240"/>
            <a:ext cx="142128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129" name="Straight Arrow Connector 40"/>
          <p:cNvCxnSpPr/>
          <p:nvPr/>
        </p:nvCxnSpPr>
        <p:spPr>
          <a:xfrm>
            <a:off x="6095880" y="3469680"/>
            <a:ext cx="123912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130" name="TextBox 43"/>
          <p:cNvSpPr/>
          <p:nvPr/>
        </p:nvSpPr>
        <p:spPr>
          <a:xfrm>
            <a:off x="11370600" y="4392360"/>
            <a:ext cx="199440" cy="276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44"/>
          <p:cNvSpPr/>
          <p:nvPr/>
        </p:nvSpPr>
        <p:spPr>
          <a:xfrm>
            <a:off x="9128880" y="3672000"/>
            <a:ext cx="164880" cy="2764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2" name="Group 55"/>
          <p:cNvGrpSpPr/>
          <p:nvPr/>
        </p:nvGrpSpPr>
        <p:grpSpPr>
          <a:xfrm>
            <a:off x="8431560" y="2028600"/>
            <a:ext cx="409680" cy="489600"/>
            <a:chOff x="8431560" y="2028600"/>
            <a:chExt cx="409680" cy="489600"/>
          </a:xfrm>
        </p:grpSpPr>
        <p:cxnSp>
          <p:nvCxnSpPr>
            <p:cNvPr id="133" name="Straight Connector 48"/>
            <p:cNvCxnSpPr/>
            <p:nvPr/>
          </p:nvCxnSpPr>
          <p:spPr>
            <a:xfrm>
              <a:off x="8431560" y="2236320"/>
              <a:ext cx="410040" cy="360"/>
            </a:xfrm>
            <a:prstGeom prst="straightConnector1">
              <a:avLst/>
            </a:prstGeom>
            <a:ln w="6350">
              <a:solidFill>
                <a:srgbClr val="000000"/>
              </a:solidFill>
            </a:ln>
          </p:spPr>
        </p:cxnSp>
        <p:cxnSp>
          <p:nvCxnSpPr>
            <p:cNvPr id="134" name="Straight Connector 49"/>
            <p:cNvCxnSpPr/>
            <p:nvPr/>
          </p:nvCxnSpPr>
          <p:spPr>
            <a:xfrm>
              <a:off x="8431560" y="2312640"/>
              <a:ext cx="410040" cy="360"/>
            </a:xfrm>
            <a:prstGeom prst="straightConnector1">
              <a:avLst/>
            </a:prstGeom>
            <a:ln w="6350">
              <a:solidFill>
                <a:srgbClr val="000000"/>
              </a:solidFill>
            </a:ln>
          </p:spPr>
        </p:cxnSp>
        <p:cxnSp>
          <p:nvCxnSpPr>
            <p:cNvPr id="135" name="Straight Arrow Connector 51"/>
            <p:cNvCxnSpPr/>
            <p:nvPr/>
          </p:nvCxnSpPr>
          <p:spPr>
            <a:xfrm>
              <a:off x="8636400" y="2028600"/>
              <a:ext cx="360" cy="19476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 w="med" len="med"/>
            </a:ln>
          </p:spPr>
        </p:cxnSp>
        <p:cxnSp>
          <p:nvCxnSpPr>
            <p:cNvPr id="136" name="Straight Arrow Connector 52"/>
            <p:cNvCxnSpPr/>
            <p:nvPr/>
          </p:nvCxnSpPr>
          <p:spPr>
            <a:xfrm flipV="1">
              <a:off x="8639280" y="2335320"/>
              <a:ext cx="360" cy="18324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 w="med" len="med"/>
            </a:ln>
          </p:spPr>
        </p:cxnSp>
      </p:grpSp>
      <p:sp>
        <p:nvSpPr>
          <p:cNvPr id="137" name="TextBox 56"/>
          <p:cNvSpPr/>
          <p:nvPr/>
        </p:nvSpPr>
        <p:spPr>
          <a:xfrm>
            <a:off x="9952920" y="2815560"/>
            <a:ext cx="186480" cy="2764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57"/>
          <p:cNvSpPr/>
          <p:nvPr/>
        </p:nvSpPr>
        <p:spPr>
          <a:xfrm>
            <a:off x="8024400" y="2854440"/>
            <a:ext cx="159120" cy="2764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59"/>
          <p:cNvSpPr/>
          <p:nvPr/>
        </p:nvSpPr>
        <p:spPr>
          <a:xfrm>
            <a:off x="6669720" y="3497400"/>
            <a:ext cx="179640" cy="2764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63"/>
          <p:cNvSpPr/>
          <p:nvPr/>
        </p:nvSpPr>
        <p:spPr>
          <a:xfrm>
            <a:off x="8133120" y="2138400"/>
            <a:ext cx="255240" cy="27648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64"/>
          <p:cNvSpPr/>
          <p:nvPr/>
        </p:nvSpPr>
        <p:spPr>
          <a:xfrm>
            <a:off x="4929480" y="1215720"/>
            <a:ext cx="204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1800" b="0" strike="noStrike" spc="-1">
                <a:solidFill>
                  <a:srgbClr val="156082"/>
                </a:solidFill>
                <a:latin typeface="Aptos"/>
              </a:rPr>
              <a:t>Lens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65"/>
          <p:cNvSpPr/>
          <p:nvPr/>
        </p:nvSpPr>
        <p:spPr>
          <a:xfrm>
            <a:off x="7913880" y="914760"/>
            <a:ext cx="204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Mesh grating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66"/>
          <p:cNvSpPr/>
          <p:nvPr/>
        </p:nvSpPr>
        <p:spPr>
          <a:xfrm>
            <a:off x="10151640" y="230040"/>
            <a:ext cx="204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1800" b="0" strike="noStrike" spc="-1">
                <a:solidFill>
                  <a:srgbClr val="FFFF00"/>
                </a:solidFill>
                <a:latin typeface="Aptos"/>
              </a:rPr>
              <a:t>Detector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4" name="Straight Arrow Connector 15"/>
          <p:cNvCxnSpPr/>
          <p:nvPr/>
        </p:nvCxnSpPr>
        <p:spPr>
          <a:xfrm>
            <a:off x="5953680" y="1533960"/>
            <a:ext cx="360" cy="3424320"/>
          </a:xfrm>
          <a:prstGeom prst="straightConnector1">
            <a:avLst/>
          </a:prstGeom>
          <a:ln w="76200">
            <a:solidFill>
              <a:srgbClr val="002060"/>
            </a:solidFill>
            <a:headEnd type="arrow" w="med" len="med"/>
            <a:tailEnd type="arrow" w="med" len="med"/>
          </a:ln>
        </p:spPr>
      </p:cxnSp>
      <p:cxnSp>
        <p:nvCxnSpPr>
          <p:cNvPr id="145" name="Straight Arrow Connector 1"/>
          <p:cNvCxnSpPr/>
          <p:nvPr/>
        </p:nvCxnSpPr>
        <p:spPr>
          <a:xfrm>
            <a:off x="6095880" y="4563360"/>
            <a:ext cx="271908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146" name="TextBox 2"/>
          <p:cNvSpPr/>
          <p:nvPr/>
        </p:nvSpPr>
        <p:spPr>
          <a:xfrm>
            <a:off x="7358400" y="4282560"/>
            <a:ext cx="176400" cy="27648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" name="Straight Connector 23"/>
          <p:cNvCxnSpPr/>
          <p:nvPr/>
        </p:nvCxnSpPr>
        <p:spPr>
          <a:xfrm flipV="1">
            <a:off x="2621160" y="2700360"/>
            <a:ext cx="1488960" cy="62352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148" name="Straight Connector 11"/>
          <p:cNvCxnSpPr/>
          <p:nvPr/>
        </p:nvCxnSpPr>
        <p:spPr>
          <a:xfrm>
            <a:off x="8922600" y="1287000"/>
            <a:ext cx="360" cy="3668040"/>
          </a:xfrm>
          <a:prstGeom prst="straightConnector1">
            <a:avLst/>
          </a:prstGeom>
          <a:ln w="38100">
            <a:solidFill>
              <a:srgbClr val="000000"/>
            </a:solidFill>
            <a:prstDash val="sysDot"/>
          </a:ln>
        </p:spPr>
      </p:cxnSp>
      <p:sp>
        <p:nvSpPr>
          <p:cNvPr id="149" name="TextBox 21"/>
          <p:cNvSpPr/>
          <p:nvPr/>
        </p:nvSpPr>
        <p:spPr>
          <a:xfrm>
            <a:off x="11602440" y="3327480"/>
            <a:ext cx="162360" cy="276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0" name="Straight Connector 24"/>
          <p:cNvCxnSpPr/>
          <p:nvPr/>
        </p:nvCxnSpPr>
        <p:spPr>
          <a:xfrm flipH="1">
            <a:off x="4120200" y="870840"/>
            <a:ext cx="7056000" cy="182448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151" name="Straight Connector 29"/>
          <p:cNvCxnSpPr/>
          <p:nvPr/>
        </p:nvCxnSpPr>
        <p:spPr>
          <a:xfrm>
            <a:off x="11175840" y="599400"/>
            <a:ext cx="360" cy="5578200"/>
          </a:xfrm>
          <a:prstGeom prst="straightConnector1">
            <a:avLst/>
          </a:prstGeom>
          <a:ln w="76200">
            <a:solidFill>
              <a:srgbClr val="FFFF00"/>
            </a:solidFill>
          </a:ln>
        </p:spPr>
      </p:cxnSp>
      <p:cxnSp>
        <p:nvCxnSpPr>
          <p:cNvPr id="152" name="Straight Arrow Connector 33"/>
          <p:cNvCxnSpPr/>
          <p:nvPr/>
        </p:nvCxnSpPr>
        <p:spPr>
          <a:xfrm flipV="1">
            <a:off x="11297160" y="914760"/>
            <a:ext cx="360" cy="233172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153" name="Straight Arrow Connector 34"/>
          <p:cNvCxnSpPr/>
          <p:nvPr/>
        </p:nvCxnSpPr>
        <p:spPr>
          <a:xfrm flipV="1">
            <a:off x="9060120" y="1580400"/>
            <a:ext cx="360" cy="170640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154" name="Straight Arrow Connector 36"/>
          <p:cNvCxnSpPr/>
          <p:nvPr/>
        </p:nvCxnSpPr>
        <p:spPr>
          <a:xfrm>
            <a:off x="9060120" y="3465720"/>
            <a:ext cx="196200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155" name="Straight Arrow Connector 38"/>
          <p:cNvCxnSpPr/>
          <p:nvPr/>
        </p:nvCxnSpPr>
        <p:spPr>
          <a:xfrm flipV="1">
            <a:off x="4223880" y="3452040"/>
            <a:ext cx="4598640" cy="4032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156" name="Straight Arrow Connector 40"/>
          <p:cNvCxnSpPr/>
          <p:nvPr/>
        </p:nvCxnSpPr>
        <p:spPr>
          <a:xfrm>
            <a:off x="2621160" y="3494160"/>
            <a:ext cx="137988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157" name="TextBox 43"/>
          <p:cNvSpPr/>
          <p:nvPr/>
        </p:nvSpPr>
        <p:spPr>
          <a:xfrm>
            <a:off x="11388600" y="1987560"/>
            <a:ext cx="199440" cy="2764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44"/>
          <p:cNvSpPr/>
          <p:nvPr/>
        </p:nvSpPr>
        <p:spPr>
          <a:xfrm>
            <a:off x="9120960" y="2325960"/>
            <a:ext cx="164880" cy="2764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9" name="Group 55"/>
          <p:cNvGrpSpPr/>
          <p:nvPr/>
        </p:nvGrpSpPr>
        <p:grpSpPr>
          <a:xfrm>
            <a:off x="8431560" y="2028600"/>
            <a:ext cx="409680" cy="489600"/>
            <a:chOff x="8431560" y="2028600"/>
            <a:chExt cx="409680" cy="489600"/>
          </a:xfrm>
        </p:grpSpPr>
        <p:cxnSp>
          <p:nvCxnSpPr>
            <p:cNvPr id="160" name="Straight Connector 48"/>
            <p:cNvCxnSpPr/>
            <p:nvPr/>
          </p:nvCxnSpPr>
          <p:spPr>
            <a:xfrm>
              <a:off x="8431560" y="2236320"/>
              <a:ext cx="410040" cy="360"/>
            </a:xfrm>
            <a:prstGeom prst="straightConnector1">
              <a:avLst/>
            </a:prstGeom>
            <a:ln w="6350">
              <a:solidFill>
                <a:srgbClr val="000000"/>
              </a:solidFill>
            </a:ln>
          </p:spPr>
        </p:cxnSp>
        <p:cxnSp>
          <p:nvCxnSpPr>
            <p:cNvPr id="161" name="Straight Connector 49"/>
            <p:cNvCxnSpPr/>
            <p:nvPr/>
          </p:nvCxnSpPr>
          <p:spPr>
            <a:xfrm>
              <a:off x="8431560" y="2312640"/>
              <a:ext cx="410040" cy="360"/>
            </a:xfrm>
            <a:prstGeom prst="straightConnector1">
              <a:avLst/>
            </a:prstGeom>
            <a:ln w="6350">
              <a:solidFill>
                <a:srgbClr val="000000"/>
              </a:solidFill>
            </a:ln>
          </p:spPr>
        </p:cxnSp>
        <p:cxnSp>
          <p:nvCxnSpPr>
            <p:cNvPr id="162" name="Straight Arrow Connector 51"/>
            <p:cNvCxnSpPr/>
            <p:nvPr/>
          </p:nvCxnSpPr>
          <p:spPr>
            <a:xfrm>
              <a:off x="8636400" y="2028600"/>
              <a:ext cx="360" cy="19476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 w="med" len="med"/>
            </a:ln>
          </p:spPr>
        </p:cxnSp>
        <p:cxnSp>
          <p:nvCxnSpPr>
            <p:cNvPr id="163" name="Straight Arrow Connector 52"/>
            <p:cNvCxnSpPr/>
            <p:nvPr/>
          </p:nvCxnSpPr>
          <p:spPr>
            <a:xfrm flipV="1">
              <a:off x="8639280" y="2335320"/>
              <a:ext cx="360" cy="18324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 w="med" len="med"/>
            </a:ln>
          </p:spPr>
        </p:cxnSp>
      </p:grpSp>
      <p:sp>
        <p:nvSpPr>
          <p:cNvPr id="164" name="TextBox 56"/>
          <p:cNvSpPr/>
          <p:nvPr/>
        </p:nvSpPr>
        <p:spPr>
          <a:xfrm>
            <a:off x="9947160" y="3523680"/>
            <a:ext cx="186480" cy="2764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57"/>
          <p:cNvSpPr/>
          <p:nvPr/>
        </p:nvSpPr>
        <p:spPr>
          <a:xfrm>
            <a:off x="6439320" y="3479040"/>
            <a:ext cx="176400" cy="2764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59"/>
          <p:cNvSpPr/>
          <p:nvPr/>
        </p:nvSpPr>
        <p:spPr>
          <a:xfrm>
            <a:off x="3236400" y="3503160"/>
            <a:ext cx="162360" cy="27648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60"/>
          <p:cNvSpPr/>
          <p:nvPr/>
        </p:nvSpPr>
        <p:spPr>
          <a:xfrm>
            <a:off x="2692440" y="3817440"/>
            <a:ext cx="217800" cy="27648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8" name="Straight Arrow Connector 61"/>
          <p:cNvCxnSpPr/>
          <p:nvPr/>
        </p:nvCxnSpPr>
        <p:spPr>
          <a:xfrm>
            <a:off x="1752480" y="3789000"/>
            <a:ext cx="222732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169" name="TextBox 63"/>
          <p:cNvSpPr/>
          <p:nvPr/>
        </p:nvSpPr>
        <p:spPr>
          <a:xfrm>
            <a:off x="8133120" y="2138400"/>
            <a:ext cx="255240" cy="27648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64"/>
          <p:cNvSpPr/>
          <p:nvPr/>
        </p:nvSpPr>
        <p:spPr>
          <a:xfrm>
            <a:off x="3070080" y="1211400"/>
            <a:ext cx="204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1800" b="0" strike="noStrike" spc="-1">
                <a:solidFill>
                  <a:srgbClr val="156082"/>
                </a:solidFill>
                <a:latin typeface="Aptos"/>
              </a:rPr>
              <a:t>Lens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65"/>
          <p:cNvSpPr/>
          <p:nvPr/>
        </p:nvSpPr>
        <p:spPr>
          <a:xfrm>
            <a:off x="7913880" y="914760"/>
            <a:ext cx="204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Mesh grating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66"/>
          <p:cNvSpPr/>
          <p:nvPr/>
        </p:nvSpPr>
        <p:spPr>
          <a:xfrm>
            <a:off x="10151640" y="230040"/>
            <a:ext cx="2048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1800" b="0" strike="noStrike" spc="-1">
                <a:solidFill>
                  <a:srgbClr val="FFFF00"/>
                </a:solidFill>
                <a:latin typeface="Aptos"/>
              </a:rPr>
              <a:t>Detector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3" name="Straight Connector 9"/>
          <p:cNvCxnSpPr/>
          <p:nvPr/>
        </p:nvCxnSpPr>
        <p:spPr>
          <a:xfrm flipV="1">
            <a:off x="1752480" y="2696760"/>
            <a:ext cx="2368080" cy="62892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174" name="Straight Arrow Connector 20"/>
          <p:cNvCxnSpPr/>
          <p:nvPr/>
        </p:nvCxnSpPr>
        <p:spPr>
          <a:xfrm>
            <a:off x="467280" y="3327120"/>
            <a:ext cx="11298240" cy="3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175" name="Straight Arrow Connector 15"/>
          <p:cNvCxnSpPr/>
          <p:nvPr/>
        </p:nvCxnSpPr>
        <p:spPr>
          <a:xfrm>
            <a:off x="4114800" y="1533960"/>
            <a:ext cx="360" cy="3424320"/>
          </a:xfrm>
          <a:prstGeom prst="straightConnector1">
            <a:avLst/>
          </a:prstGeom>
          <a:ln w="76200">
            <a:solidFill>
              <a:srgbClr val="002060"/>
            </a:solidFill>
            <a:headEnd type="arrow" w="med" len="med"/>
            <a:tailEnd type="arrow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29AAAA-4829-73FF-278F-785D56C26193}"/>
              </a:ext>
            </a:extLst>
          </p:cNvPr>
          <p:cNvSpPr/>
          <p:nvPr/>
        </p:nvSpPr>
        <p:spPr>
          <a:xfrm>
            <a:off x="2681033" y="280657"/>
            <a:ext cx="8337847" cy="6055343"/>
          </a:xfrm>
          <a:prstGeom prst="rect">
            <a:avLst/>
          </a:prstGeom>
          <a:solidFill>
            <a:srgbClr val="F8F8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76" name="Group 88"/>
          <p:cNvGrpSpPr/>
          <p:nvPr/>
        </p:nvGrpSpPr>
        <p:grpSpPr>
          <a:xfrm>
            <a:off x="7059600" y="522000"/>
            <a:ext cx="3959280" cy="5646600"/>
            <a:chOff x="7059600" y="522000"/>
            <a:chExt cx="3959280" cy="5646600"/>
          </a:xfrm>
        </p:grpSpPr>
        <p:pic>
          <p:nvPicPr>
            <p:cNvPr id="177" name="Picture 3"/>
            <p:cNvPicPr/>
            <p:nvPr/>
          </p:nvPicPr>
          <p:blipFill>
            <a:blip r:embed="rId3"/>
            <a:srcRect l="8357"/>
            <a:stretch/>
          </p:blipFill>
          <p:spPr>
            <a:xfrm>
              <a:off x="7059600" y="522000"/>
              <a:ext cx="3959280" cy="56466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78" name="Group 28"/>
            <p:cNvGrpSpPr/>
            <p:nvPr/>
          </p:nvGrpSpPr>
          <p:grpSpPr>
            <a:xfrm>
              <a:off x="7631280" y="988200"/>
              <a:ext cx="2662920" cy="4709880"/>
              <a:chOff x="7631280" y="988200"/>
              <a:chExt cx="2662920" cy="4709880"/>
            </a:xfrm>
          </p:grpSpPr>
          <p:grpSp>
            <p:nvGrpSpPr>
              <p:cNvPr id="179" name="Group 12"/>
              <p:cNvGrpSpPr/>
              <p:nvPr/>
            </p:nvGrpSpPr>
            <p:grpSpPr>
              <a:xfrm>
                <a:off x="7631280" y="988200"/>
                <a:ext cx="2662920" cy="2370240"/>
                <a:chOff x="7631280" y="988200"/>
                <a:chExt cx="2662920" cy="2370240"/>
              </a:xfrm>
            </p:grpSpPr>
            <p:sp>
              <p:nvSpPr>
                <p:cNvPr id="180" name="Free-form: Shape 4"/>
                <p:cNvSpPr/>
                <p:nvPr/>
              </p:nvSpPr>
              <p:spPr>
                <a:xfrm>
                  <a:off x="7631280" y="988200"/>
                  <a:ext cx="2662920" cy="2366280"/>
                </a:xfrm>
                <a:custGeom>
                  <a:avLst/>
                  <a:gdLst>
                    <a:gd name="textAreaLeft" fmla="*/ 0 w 2662920"/>
                    <a:gd name="textAreaRight" fmla="*/ 2663280 w 2662920"/>
                    <a:gd name="textAreaTop" fmla="*/ 0 h 2366280"/>
                    <a:gd name="textAreaBottom" fmla="*/ 2366640 h 2366280"/>
                  </a:gdLst>
                  <a:ahLst/>
                  <a:cxnLst/>
                  <a:rect l="textAreaLeft" t="textAreaTop" r="textAreaRight" b="textAreaBottom"/>
                  <a:pathLst>
                    <a:path w="2663190" h="2366712">
                      <a:moveTo>
                        <a:pt x="2663190" y="2366712"/>
                      </a:moveTo>
                      <a:cubicBezTo>
                        <a:pt x="2657348" y="1090235"/>
                        <a:pt x="2679573" y="768671"/>
                        <a:pt x="2534412" y="375225"/>
                      </a:cubicBezTo>
                      <a:cubicBezTo>
                        <a:pt x="2389251" y="-18221"/>
                        <a:pt x="2058670" y="-11172"/>
                        <a:pt x="1792224" y="6036"/>
                      </a:cubicBezTo>
                      <a:cubicBezTo>
                        <a:pt x="1525778" y="23244"/>
                        <a:pt x="1234440" y="124146"/>
                        <a:pt x="935736" y="478476"/>
                      </a:cubicBezTo>
                      <a:cubicBezTo>
                        <a:pt x="637032" y="832806"/>
                        <a:pt x="31242" y="1797752"/>
                        <a:pt x="0" y="2132016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81" name="Free-form: Shape 5"/>
                <p:cNvSpPr/>
                <p:nvPr/>
              </p:nvSpPr>
              <p:spPr>
                <a:xfrm>
                  <a:off x="7984440" y="1248480"/>
                  <a:ext cx="2142720" cy="2108160"/>
                </a:xfrm>
                <a:custGeom>
                  <a:avLst/>
                  <a:gdLst>
                    <a:gd name="textAreaLeft" fmla="*/ 0 w 2142720"/>
                    <a:gd name="textAreaRight" fmla="*/ 2143080 w 2142720"/>
                    <a:gd name="textAreaTop" fmla="*/ 0 h 2108160"/>
                    <a:gd name="textAreaBottom" fmla="*/ 2108520 h 2108160"/>
                  </a:gdLst>
                  <a:ahLst/>
                  <a:cxnLst/>
                  <a:rect l="textAreaLeft" t="textAreaTop" r="textAreaRight" b="textAreaBottom"/>
                  <a:pathLst>
                    <a:path w="2554008" h="2465432">
                      <a:moveTo>
                        <a:pt x="2545899" y="2465432"/>
                      </a:moveTo>
                      <a:cubicBezTo>
                        <a:pt x="2542867" y="1151643"/>
                        <a:pt x="2600300" y="850469"/>
                        <a:pt x="2447332" y="443225"/>
                      </a:cubicBezTo>
                      <a:cubicBezTo>
                        <a:pt x="2294364" y="35981"/>
                        <a:pt x="1944807" y="-47495"/>
                        <a:pt x="1628091" y="21966"/>
                      </a:cubicBezTo>
                      <a:cubicBezTo>
                        <a:pt x="1311375" y="91427"/>
                        <a:pt x="818382" y="500705"/>
                        <a:pt x="547033" y="859994"/>
                      </a:cubicBezTo>
                      <a:cubicBezTo>
                        <a:pt x="275685" y="1219283"/>
                        <a:pt x="31242" y="1843436"/>
                        <a:pt x="0" y="217770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82" name="Free-form: Shape 6"/>
                <p:cNvSpPr/>
                <p:nvPr/>
              </p:nvSpPr>
              <p:spPr>
                <a:xfrm>
                  <a:off x="8303760" y="1496880"/>
                  <a:ext cx="1577520" cy="1861560"/>
                </a:xfrm>
                <a:custGeom>
                  <a:avLst/>
                  <a:gdLst>
                    <a:gd name="textAreaLeft" fmla="*/ 0 w 1577520"/>
                    <a:gd name="textAreaRight" fmla="*/ 1577880 w 1577520"/>
                    <a:gd name="textAreaTop" fmla="*/ 0 h 1861560"/>
                    <a:gd name="textAreaBottom" fmla="*/ 1861920 h 1861560"/>
                  </a:gdLst>
                  <a:ahLst/>
                  <a:cxnLst/>
                  <a:rect l="textAreaLeft" t="textAreaTop" r="textAreaRight" b="textAreaBottom"/>
                  <a:pathLst>
                    <a:path w="2440614" h="2879804">
                      <a:moveTo>
                        <a:pt x="2424792" y="2879804"/>
                      </a:moveTo>
                      <a:cubicBezTo>
                        <a:pt x="2451531" y="1281392"/>
                        <a:pt x="2456846" y="1008435"/>
                        <a:pt x="2338400" y="531080"/>
                      </a:cubicBezTo>
                      <a:cubicBezTo>
                        <a:pt x="2219954" y="53725"/>
                        <a:pt x="2006252" y="-43939"/>
                        <a:pt x="1714115" y="15673"/>
                      </a:cubicBezTo>
                      <a:cubicBezTo>
                        <a:pt x="1421978" y="75285"/>
                        <a:pt x="871265" y="474797"/>
                        <a:pt x="585579" y="888755"/>
                      </a:cubicBezTo>
                      <a:cubicBezTo>
                        <a:pt x="299893" y="1302713"/>
                        <a:pt x="31242" y="2165155"/>
                        <a:pt x="0" y="2499419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83" name="Free-form: Shape 7"/>
                <p:cNvSpPr/>
                <p:nvPr/>
              </p:nvSpPr>
              <p:spPr>
                <a:xfrm>
                  <a:off x="8611200" y="1764720"/>
                  <a:ext cx="1076760" cy="1580400"/>
                </a:xfrm>
                <a:custGeom>
                  <a:avLst/>
                  <a:gdLst>
                    <a:gd name="textAreaLeft" fmla="*/ 0 w 1076760"/>
                    <a:gd name="textAreaRight" fmla="*/ 1077120 w 1076760"/>
                    <a:gd name="textAreaTop" fmla="*/ 0 h 1580400"/>
                    <a:gd name="textAreaBottom" fmla="*/ 1580760 h 1580400"/>
                  </a:gdLst>
                  <a:ahLst/>
                  <a:cxnLst/>
                  <a:rect l="textAreaLeft" t="textAreaTop" r="textAreaRight" b="textAreaBottom"/>
                  <a:pathLst>
                    <a:path w="2480539" h="2756902">
                      <a:moveTo>
                        <a:pt x="2471402" y="2756902"/>
                      </a:moveTo>
                      <a:cubicBezTo>
                        <a:pt x="2475027" y="1116989"/>
                        <a:pt x="2523101" y="864749"/>
                        <a:pt x="2355946" y="411144"/>
                      </a:cubicBezTo>
                      <a:cubicBezTo>
                        <a:pt x="2188791" y="-42461"/>
                        <a:pt x="1764995" y="-34305"/>
                        <a:pt x="1468472" y="35274"/>
                      </a:cubicBezTo>
                      <a:cubicBezTo>
                        <a:pt x="1171949" y="104853"/>
                        <a:pt x="821551" y="445670"/>
                        <a:pt x="576806" y="828620"/>
                      </a:cubicBezTo>
                      <a:cubicBezTo>
                        <a:pt x="332061" y="1211570"/>
                        <a:pt x="31242" y="1998708"/>
                        <a:pt x="0" y="2332972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  <p:grpSp>
            <p:nvGrpSpPr>
              <p:cNvPr id="184" name="Group 19"/>
              <p:cNvGrpSpPr/>
              <p:nvPr/>
            </p:nvGrpSpPr>
            <p:grpSpPr>
              <a:xfrm>
                <a:off x="7633080" y="3326040"/>
                <a:ext cx="2660760" cy="2372040"/>
                <a:chOff x="7633080" y="3326040"/>
                <a:chExt cx="2660760" cy="2372040"/>
              </a:xfrm>
            </p:grpSpPr>
            <p:sp>
              <p:nvSpPr>
                <p:cNvPr id="185" name="Free-form: Shape 22"/>
                <p:cNvSpPr/>
                <p:nvPr/>
              </p:nvSpPr>
              <p:spPr>
                <a:xfrm flipV="1">
                  <a:off x="7633080" y="3330000"/>
                  <a:ext cx="2660760" cy="2368080"/>
                </a:xfrm>
                <a:custGeom>
                  <a:avLst/>
                  <a:gdLst>
                    <a:gd name="textAreaLeft" fmla="*/ 0 w 2660760"/>
                    <a:gd name="textAreaRight" fmla="*/ 2661120 w 2660760"/>
                    <a:gd name="textAreaTop" fmla="*/ 360 h 2368080"/>
                    <a:gd name="textAreaBottom" fmla="*/ 2368800 h 2368080"/>
                  </a:gdLst>
                  <a:ahLst/>
                  <a:cxnLst/>
                  <a:rect l="textAreaLeft" t="textAreaTop" r="textAreaRight" b="textAreaBottom"/>
                  <a:pathLst>
                    <a:path w="2661285" h="2366712">
                      <a:moveTo>
                        <a:pt x="2661285" y="2366712"/>
                      </a:moveTo>
                      <a:cubicBezTo>
                        <a:pt x="2655443" y="1090235"/>
                        <a:pt x="2677668" y="768671"/>
                        <a:pt x="2532507" y="375225"/>
                      </a:cubicBezTo>
                      <a:cubicBezTo>
                        <a:pt x="2387346" y="-18221"/>
                        <a:pt x="2056765" y="-11172"/>
                        <a:pt x="1790319" y="6036"/>
                      </a:cubicBezTo>
                      <a:cubicBezTo>
                        <a:pt x="1523873" y="23244"/>
                        <a:pt x="1232218" y="127001"/>
                        <a:pt x="933831" y="478476"/>
                      </a:cubicBezTo>
                      <a:cubicBezTo>
                        <a:pt x="635445" y="829951"/>
                        <a:pt x="31242" y="1780621"/>
                        <a:pt x="0" y="2114885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86" name="Free-form: Shape 25"/>
                <p:cNvSpPr/>
                <p:nvPr/>
              </p:nvSpPr>
              <p:spPr>
                <a:xfrm flipV="1">
                  <a:off x="7984440" y="3328200"/>
                  <a:ext cx="2142720" cy="2109600"/>
                </a:xfrm>
                <a:custGeom>
                  <a:avLst/>
                  <a:gdLst>
                    <a:gd name="textAreaLeft" fmla="*/ 0 w 2142720"/>
                    <a:gd name="textAreaRight" fmla="*/ 2143080 w 2142720"/>
                    <a:gd name="textAreaTop" fmla="*/ 360 h 2109600"/>
                    <a:gd name="textAreaBottom" fmla="*/ 2110320 h 2109600"/>
                  </a:gdLst>
                  <a:ahLst/>
                  <a:cxnLst/>
                  <a:rect l="textAreaLeft" t="textAreaTop" r="textAreaRight" b="textAreaBottom"/>
                  <a:pathLst>
                    <a:path w="2554008" h="2465432">
                      <a:moveTo>
                        <a:pt x="2545899" y="2465432"/>
                      </a:moveTo>
                      <a:cubicBezTo>
                        <a:pt x="2542867" y="1151643"/>
                        <a:pt x="2600300" y="850469"/>
                        <a:pt x="2447332" y="443225"/>
                      </a:cubicBezTo>
                      <a:cubicBezTo>
                        <a:pt x="2294364" y="35981"/>
                        <a:pt x="1944807" y="-47495"/>
                        <a:pt x="1628091" y="21966"/>
                      </a:cubicBezTo>
                      <a:cubicBezTo>
                        <a:pt x="1311375" y="91427"/>
                        <a:pt x="818382" y="500705"/>
                        <a:pt x="547033" y="859994"/>
                      </a:cubicBezTo>
                      <a:cubicBezTo>
                        <a:pt x="275685" y="1219283"/>
                        <a:pt x="31242" y="1843436"/>
                        <a:pt x="0" y="217770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87" name="Free-form: Shape 26"/>
                <p:cNvSpPr/>
                <p:nvPr/>
              </p:nvSpPr>
              <p:spPr>
                <a:xfrm flipV="1">
                  <a:off x="8303760" y="3325680"/>
                  <a:ext cx="1577520" cy="1863000"/>
                </a:xfrm>
                <a:custGeom>
                  <a:avLst/>
                  <a:gdLst>
                    <a:gd name="textAreaLeft" fmla="*/ 0 w 1577520"/>
                    <a:gd name="textAreaRight" fmla="*/ 1577880 w 1577520"/>
                    <a:gd name="textAreaTop" fmla="*/ -360 h 1863000"/>
                    <a:gd name="textAreaBottom" fmla="*/ 1863000 h 1863000"/>
                  </a:gdLst>
                  <a:ahLst/>
                  <a:cxnLst/>
                  <a:rect l="textAreaLeft" t="textAreaTop" r="textAreaRight" b="textAreaBottom"/>
                  <a:pathLst>
                    <a:path w="2440614" h="2879804">
                      <a:moveTo>
                        <a:pt x="2424792" y="2879804"/>
                      </a:moveTo>
                      <a:cubicBezTo>
                        <a:pt x="2451531" y="1281392"/>
                        <a:pt x="2456846" y="1008435"/>
                        <a:pt x="2338400" y="531080"/>
                      </a:cubicBezTo>
                      <a:cubicBezTo>
                        <a:pt x="2219954" y="53725"/>
                        <a:pt x="2006252" y="-43939"/>
                        <a:pt x="1714115" y="15673"/>
                      </a:cubicBezTo>
                      <a:cubicBezTo>
                        <a:pt x="1421978" y="75285"/>
                        <a:pt x="871265" y="474797"/>
                        <a:pt x="585579" y="888755"/>
                      </a:cubicBezTo>
                      <a:cubicBezTo>
                        <a:pt x="299893" y="1302713"/>
                        <a:pt x="31242" y="2165155"/>
                        <a:pt x="0" y="2499419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88" name="Free-form: Shape 27"/>
                <p:cNvSpPr/>
                <p:nvPr/>
              </p:nvSpPr>
              <p:spPr>
                <a:xfrm flipV="1">
                  <a:off x="8607240" y="3339720"/>
                  <a:ext cx="1080720" cy="1581840"/>
                </a:xfrm>
                <a:custGeom>
                  <a:avLst/>
                  <a:gdLst>
                    <a:gd name="textAreaLeft" fmla="*/ 0 w 1080720"/>
                    <a:gd name="textAreaRight" fmla="*/ 1081080 w 1080720"/>
                    <a:gd name="textAreaTop" fmla="*/ 360 h 1581840"/>
                    <a:gd name="textAreaBottom" fmla="*/ 1582560 h 1581840"/>
                  </a:gdLst>
                  <a:ahLst/>
                  <a:cxnLst/>
                  <a:rect l="textAreaLeft" t="textAreaTop" r="textAreaRight" b="textAreaBottom"/>
                  <a:pathLst>
                    <a:path w="2489312" h="2756902">
                      <a:moveTo>
                        <a:pt x="2480175" y="2756902"/>
                      </a:moveTo>
                      <a:cubicBezTo>
                        <a:pt x="2483800" y="1116989"/>
                        <a:pt x="2531874" y="864749"/>
                        <a:pt x="2364719" y="411144"/>
                      </a:cubicBezTo>
                      <a:cubicBezTo>
                        <a:pt x="2197564" y="-42461"/>
                        <a:pt x="1773768" y="-34305"/>
                        <a:pt x="1477245" y="35274"/>
                      </a:cubicBezTo>
                      <a:cubicBezTo>
                        <a:pt x="1180722" y="104853"/>
                        <a:pt x="831786" y="442351"/>
                        <a:pt x="585579" y="828620"/>
                      </a:cubicBezTo>
                      <a:cubicBezTo>
                        <a:pt x="339372" y="1214889"/>
                        <a:pt x="31242" y="2018627"/>
                        <a:pt x="0" y="2352891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</p:grpSp>
        <p:grpSp>
          <p:nvGrpSpPr>
            <p:cNvPr id="189" name="Group 54"/>
            <p:cNvGrpSpPr/>
            <p:nvPr/>
          </p:nvGrpSpPr>
          <p:grpSpPr>
            <a:xfrm>
              <a:off x="7275960" y="3108960"/>
              <a:ext cx="1664280" cy="469800"/>
              <a:chOff x="7275960" y="3108960"/>
              <a:chExt cx="1664280" cy="469800"/>
            </a:xfrm>
          </p:grpSpPr>
          <p:grpSp>
            <p:nvGrpSpPr>
              <p:cNvPr id="190" name="Group 39"/>
              <p:cNvGrpSpPr/>
              <p:nvPr/>
            </p:nvGrpSpPr>
            <p:grpSpPr>
              <a:xfrm>
                <a:off x="7275960" y="3108960"/>
                <a:ext cx="720720" cy="469800"/>
                <a:chOff x="7275960" y="3108960"/>
                <a:chExt cx="720720" cy="469800"/>
              </a:xfrm>
            </p:grpSpPr>
            <p:sp>
              <p:nvSpPr>
                <p:cNvPr id="191" name="Free-form: Shape 31"/>
                <p:cNvSpPr/>
                <p:nvPr/>
              </p:nvSpPr>
              <p:spPr>
                <a:xfrm>
                  <a:off x="7275960" y="3108960"/>
                  <a:ext cx="132120" cy="459720"/>
                </a:xfrm>
                <a:custGeom>
                  <a:avLst/>
                  <a:gdLst>
                    <a:gd name="textAreaLeft" fmla="*/ 0 w 132120"/>
                    <a:gd name="textAreaRight" fmla="*/ 132480 w 132120"/>
                    <a:gd name="textAreaTop" fmla="*/ 0 h 459720"/>
                    <a:gd name="textAreaBottom" fmla="*/ 460080 h 459720"/>
                  </a:gdLst>
                  <a:ahLst/>
                  <a:cxnLst/>
                  <a:rect l="textAreaLeft" t="textAreaTop" r="textAreaRight" b="textAreaBottom"/>
                  <a:pathLst>
                    <a:path w="138439" h="480060">
                      <a:moveTo>
                        <a:pt x="120659" y="0"/>
                      </a:moveTo>
                      <a:cubicBezTo>
                        <a:pt x="85205" y="41275"/>
                        <a:pt x="-1049" y="120015"/>
                        <a:pt x="9" y="226695"/>
                      </a:cubicBezTo>
                      <a:cubicBezTo>
                        <a:pt x="1067" y="333375"/>
                        <a:pt x="99281" y="421323"/>
                        <a:pt x="138439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92" name="Free-form: Shape 32"/>
                <p:cNvSpPr/>
                <p:nvPr/>
              </p:nvSpPr>
              <p:spPr>
                <a:xfrm>
                  <a:off x="7476480" y="3108960"/>
                  <a:ext cx="100080" cy="466560"/>
                </a:xfrm>
                <a:custGeom>
                  <a:avLst/>
                  <a:gdLst>
                    <a:gd name="textAreaLeft" fmla="*/ 0 w 100080"/>
                    <a:gd name="textAreaRight" fmla="*/ 100440 w 100080"/>
                    <a:gd name="textAreaTop" fmla="*/ 0 h 466560"/>
                    <a:gd name="textAreaBottom" fmla="*/ 466920 h 466560"/>
                  </a:gdLst>
                  <a:ahLst/>
                  <a:cxnLst/>
                  <a:rect l="textAreaLeft" t="textAreaTop" r="textAreaRight" b="textAreaBottom"/>
                  <a:pathLst>
                    <a:path w="100348" h="480060">
                      <a:moveTo>
                        <a:pt x="82568" y="0"/>
                      </a:moveTo>
                      <a:cubicBezTo>
                        <a:pt x="47114" y="41275"/>
                        <a:pt x="-1040" y="116205"/>
                        <a:pt x="18" y="222885"/>
                      </a:cubicBezTo>
                      <a:cubicBezTo>
                        <a:pt x="1076" y="329565"/>
                        <a:pt x="61190" y="421323"/>
                        <a:pt x="10034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93" name="Free-form: Shape 35"/>
                <p:cNvSpPr/>
                <p:nvPr/>
              </p:nvSpPr>
              <p:spPr>
                <a:xfrm>
                  <a:off x="7720560" y="3108960"/>
                  <a:ext cx="75240" cy="466560"/>
                </a:xfrm>
                <a:custGeom>
                  <a:avLst/>
                  <a:gdLst>
                    <a:gd name="textAreaLeft" fmla="*/ 0 w 75240"/>
                    <a:gd name="textAreaRight" fmla="*/ 75600 w 75240"/>
                    <a:gd name="textAreaTop" fmla="*/ 0 h 466560"/>
                    <a:gd name="textAreaBottom" fmla="*/ 466920 h 466560"/>
                  </a:gdLst>
                  <a:ahLst/>
                  <a:cxnLst/>
                  <a:rect l="textAreaLeft" t="textAreaTop" r="textAreaRight" b="textAreaBottom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94" name="Free-form: Shape 37"/>
                <p:cNvSpPr/>
                <p:nvPr/>
              </p:nvSpPr>
              <p:spPr>
                <a:xfrm>
                  <a:off x="7931160" y="3108960"/>
                  <a:ext cx="65520" cy="469800"/>
                </a:xfrm>
                <a:custGeom>
                  <a:avLst/>
                  <a:gdLst>
                    <a:gd name="textAreaLeft" fmla="*/ 0 w 65520"/>
                    <a:gd name="textAreaRight" fmla="*/ 65880 w 65520"/>
                    <a:gd name="textAreaTop" fmla="*/ 0 h 469800"/>
                    <a:gd name="textAreaBottom" fmla="*/ 470160 h 469800"/>
                  </a:gdLst>
                  <a:ahLst/>
                  <a:cxnLst/>
                  <a:rect l="textAreaLeft" t="textAreaTop" r="textAreaRight" b="textAreaBottom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  <p:grpSp>
            <p:nvGrpSpPr>
              <p:cNvPr id="195" name="Group 41"/>
              <p:cNvGrpSpPr/>
              <p:nvPr/>
            </p:nvGrpSpPr>
            <p:grpSpPr>
              <a:xfrm>
                <a:off x="8220600" y="3108960"/>
                <a:ext cx="719640" cy="469800"/>
                <a:chOff x="8220600" y="3108960"/>
                <a:chExt cx="719640" cy="469800"/>
              </a:xfrm>
            </p:grpSpPr>
            <p:sp>
              <p:nvSpPr>
                <p:cNvPr id="196" name="Free-form: Shape 42"/>
                <p:cNvSpPr/>
                <p:nvPr/>
              </p:nvSpPr>
              <p:spPr>
                <a:xfrm flipH="1">
                  <a:off x="8806320" y="3108960"/>
                  <a:ext cx="133920" cy="466560"/>
                </a:xfrm>
                <a:custGeom>
                  <a:avLst/>
                  <a:gdLst>
                    <a:gd name="textAreaLeft" fmla="*/ 360 w 133920"/>
                    <a:gd name="textAreaRight" fmla="*/ 134640 w 133920"/>
                    <a:gd name="textAreaTop" fmla="*/ 0 h 466560"/>
                    <a:gd name="textAreaBottom" fmla="*/ 466920 h 466560"/>
                  </a:gdLst>
                  <a:ahLst/>
                  <a:cxnLst/>
                  <a:rect l="textAreaLeft" t="textAreaTop" r="textAreaRight" b="textAreaBottom"/>
                  <a:pathLst>
                    <a:path w="138439" h="480060">
                      <a:moveTo>
                        <a:pt x="120659" y="0"/>
                      </a:moveTo>
                      <a:cubicBezTo>
                        <a:pt x="85205" y="41275"/>
                        <a:pt x="-1049" y="120015"/>
                        <a:pt x="9" y="226695"/>
                      </a:cubicBezTo>
                      <a:cubicBezTo>
                        <a:pt x="1067" y="333375"/>
                        <a:pt x="99281" y="421323"/>
                        <a:pt x="138439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97" name="Free-form: Shape 45"/>
                <p:cNvSpPr/>
                <p:nvPr/>
              </p:nvSpPr>
              <p:spPr>
                <a:xfrm flipH="1">
                  <a:off x="8639640" y="3108960"/>
                  <a:ext cx="99720" cy="466560"/>
                </a:xfrm>
                <a:custGeom>
                  <a:avLst/>
                  <a:gdLst>
                    <a:gd name="textAreaLeft" fmla="*/ -360 w 99720"/>
                    <a:gd name="textAreaRight" fmla="*/ 99720 w 99720"/>
                    <a:gd name="textAreaTop" fmla="*/ 0 h 466560"/>
                    <a:gd name="textAreaBottom" fmla="*/ 466920 h 466560"/>
                  </a:gdLst>
                  <a:ahLst/>
                  <a:cxnLst/>
                  <a:rect l="textAreaLeft" t="textAreaTop" r="textAreaRight" b="textAreaBottom"/>
                  <a:pathLst>
                    <a:path w="100348" h="480060">
                      <a:moveTo>
                        <a:pt x="82568" y="0"/>
                      </a:moveTo>
                      <a:cubicBezTo>
                        <a:pt x="47114" y="41275"/>
                        <a:pt x="-1040" y="116205"/>
                        <a:pt x="18" y="222885"/>
                      </a:cubicBezTo>
                      <a:cubicBezTo>
                        <a:pt x="1076" y="329565"/>
                        <a:pt x="61190" y="421323"/>
                        <a:pt x="10034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98" name="Free-form: Shape 46"/>
                <p:cNvSpPr/>
                <p:nvPr/>
              </p:nvSpPr>
              <p:spPr>
                <a:xfrm flipH="1">
                  <a:off x="8420760" y="3108960"/>
                  <a:ext cx="75240" cy="466560"/>
                </a:xfrm>
                <a:custGeom>
                  <a:avLst/>
                  <a:gdLst>
                    <a:gd name="textAreaLeft" fmla="*/ -360 w 75240"/>
                    <a:gd name="textAreaRight" fmla="*/ 75240 w 75240"/>
                    <a:gd name="textAreaTop" fmla="*/ 0 h 466560"/>
                    <a:gd name="textAreaBottom" fmla="*/ 466920 h 466560"/>
                  </a:gdLst>
                  <a:ahLst/>
                  <a:cxnLst/>
                  <a:rect l="textAreaLeft" t="textAreaTop" r="textAreaRight" b="textAreaBottom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199" name="Free-form: Shape 47"/>
                <p:cNvSpPr/>
                <p:nvPr/>
              </p:nvSpPr>
              <p:spPr>
                <a:xfrm flipH="1">
                  <a:off x="8220600" y="3108960"/>
                  <a:ext cx="65520" cy="469800"/>
                </a:xfrm>
                <a:custGeom>
                  <a:avLst/>
                  <a:gdLst>
                    <a:gd name="textAreaLeft" fmla="*/ 360 w 65520"/>
                    <a:gd name="textAreaRight" fmla="*/ 66240 w 65520"/>
                    <a:gd name="textAreaTop" fmla="*/ 0 h 469800"/>
                    <a:gd name="textAreaBottom" fmla="*/ 470160 h 469800"/>
                  </a:gdLst>
                  <a:ahLst/>
                  <a:cxnLst/>
                  <a:rect l="textAreaLeft" t="textAreaTop" r="textAreaRight" b="textAreaBottom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  <p:cxnSp>
            <p:nvCxnSpPr>
              <p:cNvPr id="200" name="Straight Connector 53"/>
              <p:cNvCxnSpPr/>
              <p:nvPr/>
            </p:nvCxnSpPr>
            <p:spPr>
              <a:xfrm>
                <a:off x="8108280" y="3108960"/>
                <a:ext cx="360" cy="467280"/>
              </a:xfrm>
              <a:prstGeom prst="straightConnector1">
                <a:avLst/>
              </a:prstGeom>
              <a:ln>
                <a:solidFill>
                  <a:srgbClr val="00B0F0"/>
                </a:solidFill>
              </a:ln>
            </p:spPr>
          </p:cxnSp>
        </p:grpSp>
        <p:sp>
          <p:nvSpPr>
            <p:cNvPr id="201" name="Isosceles Triangle 58"/>
            <p:cNvSpPr/>
            <p:nvPr/>
          </p:nvSpPr>
          <p:spPr>
            <a:xfrm>
              <a:off x="10063800" y="324648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02" name="Isosceles Triangle 62"/>
            <p:cNvSpPr/>
            <p:nvPr/>
          </p:nvSpPr>
          <p:spPr>
            <a:xfrm>
              <a:off x="10240200" y="324504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03" name="Isosceles Triangle 67"/>
            <p:cNvSpPr/>
            <p:nvPr/>
          </p:nvSpPr>
          <p:spPr>
            <a:xfrm>
              <a:off x="9628920" y="325512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04" name="Isosceles Triangle 68"/>
            <p:cNvSpPr/>
            <p:nvPr/>
          </p:nvSpPr>
          <p:spPr>
            <a:xfrm>
              <a:off x="9818640" y="325368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05" name="Isosceles Triangle 69"/>
            <p:cNvSpPr/>
            <p:nvPr/>
          </p:nvSpPr>
          <p:spPr>
            <a:xfrm rot="10800000">
              <a:off x="8055000" y="328680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06" name="Isosceles Triangle 70"/>
            <p:cNvSpPr/>
            <p:nvPr/>
          </p:nvSpPr>
          <p:spPr>
            <a:xfrm rot="10800000">
              <a:off x="8231400" y="328680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07" name="Isosceles Triangle 71"/>
            <p:cNvSpPr/>
            <p:nvPr/>
          </p:nvSpPr>
          <p:spPr>
            <a:xfrm rot="10800000">
              <a:off x="8681760" y="328788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08" name="Isosceles Triangle 72"/>
            <p:cNvSpPr/>
            <p:nvPr/>
          </p:nvSpPr>
          <p:spPr>
            <a:xfrm rot="10800000">
              <a:off x="8440920" y="328680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09" name="Isosceles Triangle 74"/>
            <p:cNvSpPr/>
            <p:nvPr/>
          </p:nvSpPr>
          <p:spPr>
            <a:xfrm rot="10800000">
              <a:off x="8884800" y="328464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0" name="Isosceles Triangle 75"/>
            <p:cNvSpPr/>
            <p:nvPr/>
          </p:nvSpPr>
          <p:spPr>
            <a:xfrm rot="10800000">
              <a:off x="7227720" y="328680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1" name="Isosceles Triangle 76"/>
            <p:cNvSpPr/>
            <p:nvPr/>
          </p:nvSpPr>
          <p:spPr>
            <a:xfrm rot="10800000">
              <a:off x="7667640" y="328392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2" name="Isosceles Triangle 77"/>
            <p:cNvSpPr/>
            <p:nvPr/>
          </p:nvSpPr>
          <p:spPr>
            <a:xfrm rot="10800000">
              <a:off x="7426440" y="328464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3" name="Isosceles Triangle 78"/>
            <p:cNvSpPr/>
            <p:nvPr/>
          </p:nvSpPr>
          <p:spPr>
            <a:xfrm rot="10800000">
              <a:off x="7880040" y="328392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4" name="Isosceles Triangle 79"/>
            <p:cNvSpPr/>
            <p:nvPr/>
          </p:nvSpPr>
          <p:spPr>
            <a:xfrm rot="17278200">
              <a:off x="9387720" y="172224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5" name="Isosceles Triangle 80"/>
            <p:cNvSpPr/>
            <p:nvPr/>
          </p:nvSpPr>
          <p:spPr>
            <a:xfrm rot="17278200">
              <a:off x="9525240" y="145440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6" name="Isosceles Triangle 81"/>
            <p:cNvSpPr/>
            <p:nvPr/>
          </p:nvSpPr>
          <p:spPr>
            <a:xfrm rot="16861800">
              <a:off x="9594360" y="121032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17" name="Isosceles Triangle 82"/>
            <p:cNvSpPr/>
            <p:nvPr/>
          </p:nvSpPr>
          <p:spPr>
            <a:xfrm rot="16587600">
              <a:off x="9703440" y="95004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grpSp>
          <p:nvGrpSpPr>
            <p:cNvPr id="218" name="Group 87"/>
            <p:cNvGrpSpPr/>
            <p:nvPr/>
          </p:nvGrpSpPr>
          <p:grpSpPr>
            <a:xfrm>
              <a:off x="9362160" y="4853160"/>
              <a:ext cx="447480" cy="896400"/>
              <a:chOff x="9362160" y="4853160"/>
              <a:chExt cx="447480" cy="896400"/>
            </a:xfrm>
          </p:grpSpPr>
          <p:sp>
            <p:nvSpPr>
              <p:cNvPr id="219" name="Isosceles Triangle 83"/>
              <p:cNvSpPr/>
              <p:nvPr/>
            </p:nvSpPr>
            <p:spPr>
              <a:xfrm rot="15520800" flipV="1">
                <a:off x="9371520" y="4862160"/>
                <a:ext cx="109080" cy="109440"/>
              </a:xfrm>
              <a:prstGeom prst="triangle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10080" rIns="90000" bIns="1008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sz="1800" b="0" strike="noStrike" spc="-1">
                  <a:solidFill>
                    <a:schemeClr val="lt1"/>
                  </a:solidFill>
                  <a:latin typeface="Aptos"/>
                </a:endParaRPr>
              </a:p>
            </p:txBody>
          </p:sp>
          <p:sp>
            <p:nvSpPr>
              <p:cNvPr id="220" name="Isosceles Triangle 84"/>
              <p:cNvSpPr/>
              <p:nvPr/>
            </p:nvSpPr>
            <p:spPr>
              <a:xfrm rot="15798000" flipV="1">
                <a:off x="9509400" y="5128560"/>
                <a:ext cx="109080" cy="109080"/>
              </a:xfrm>
              <a:prstGeom prst="triangle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9720" rIns="90000" bIns="9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sz="1800" b="0" strike="noStrike" spc="-1">
                  <a:solidFill>
                    <a:schemeClr val="lt1"/>
                  </a:solidFill>
                  <a:latin typeface="Aptos"/>
                </a:endParaRPr>
              </a:p>
            </p:txBody>
          </p:sp>
          <p:sp>
            <p:nvSpPr>
              <p:cNvPr id="221" name="Isosceles Triangle 85"/>
              <p:cNvSpPr/>
              <p:nvPr/>
            </p:nvSpPr>
            <p:spPr>
              <a:xfrm rot="15552000" flipV="1">
                <a:off x="9578520" y="5370120"/>
                <a:ext cx="109080" cy="108720"/>
              </a:xfrm>
              <a:prstGeom prst="triangle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9720" rIns="90000" bIns="9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sz="1800" b="0" strike="noStrike" spc="-1">
                  <a:solidFill>
                    <a:schemeClr val="lt1"/>
                  </a:solidFill>
                  <a:latin typeface="Aptos"/>
                </a:endParaRPr>
              </a:p>
            </p:txBody>
          </p:sp>
          <p:sp>
            <p:nvSpPr>
              <p:cNvPr id="222" name="Isosceles Triangle 86"/>
              <p:cNvSpPr/>
              <p:nvPr/>
            </p:nvSpPr>
            <p:spPr>
              <a:xfrm rot="15379800" flipV="1">
                <a:off x="9689040" y="5629320"/>
                <a:ext cx="109080" cy="108720"/>
              </a:xfrm>
              <a:prstGeom prst="triangle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9720" rIns="90000" bIns="9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sz="1800" b="0" strike="noStrike" spc="-1">
                  <a:solidFill>
                    <a:schemeClr val="lt1"/>
                  </a:solidFill>
                  <a:latin typeface="Aptos"/>
                </a:endParaRPr>
              </a:p>
            </p:txBody>
          </p:sp>
        </p:grpSp>
      </p:grpSp>
      <p:grpSp>
        <p:nvGrpSpPr>
          <p:cNvPr id="223" name="Group 89"/>
          <p:cNvGrpSpPr/>
          <p:nvPr/>
        </p:nvGrpSpPr>
        <p:grpSpPr>
          <a:xfrm>
            <a:off x="3377160" y="514800"/>
            <a:ext cx="3785400" cy="5646600"/>
            <a:chOff x="3377160" y="514800"/>
            <a:chExt cx="3785400" cy="5646600"/>
          </a:xfrm>
        </p:grpSpPr>
        <p:pic>
          <p:nvPicPr>
            <p:cNvPr id="224" name="Picture 90"/>
            <p:cNvPicPr/>
            <p:nvPr/>
          </p:nvPicPr>
          <p:blipFill>
            <a:blip r:embed="rId3"/>
            <a:srcRect l="12706"/>
            <a:stretch/>
          </p:blipFill>
          <p:spPr>
            <a:xfrm flipH="1">
              <a:off x="3377160" y="514800"/>
              <a:ext cx="3771720" cy="56466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25" name="Group 91"/>
            <p:cNvGrpSpPr/>
            <p:nvPr/>
          </p:nvGrpSpPr>
          <p:grpSpPr>
            <a:xfrm>
              <a:off x="4100760" y="981000"/>
              <a:ext cx="2662920" cy="4710600"/>
              <a:chOff x="4100760" y="981000"/>
              <a:chExt cx="2662920" cy="4710600"/>
            </a:xfrm>
          </p:grpSpPr>
          <p:grpSp>
            <p:nvGrpSpPr>
              <p:cNvPr id="226" name="Group 126"/>
              <p:cNvGrpSpPr/>
              <p:nvPr/>
            </p:nvGrpSpPr>
            <p:grpSpPr>
              <a:xfrm>
                <a:off x="4100760" y="981000"/>
                <a:ext cx="2662920" cy="2370240"/>
                <a:chOff x="4100760" y="981000"/>
                <a:chExt cx="2662920" cy="2370240"/>
              </a:xfrm>
            </p:grpSpPr>
            <p:sp>
              <p:nvSpPr>
                <p:cNvPr id="227" name="Free-form: Shape 132"/>
                <p:cNvSpPr/>
                <p:nvPr/>
              </p:nvSpPr>
              <p:spPr>
                <a:xfrm flipH="1">
                  <a:off x="4100760" y="981000"/>
                  <a:ext cx="2662920" cy="2366280"/>
                </a:xfrm>
                <a:custGeom>
                  <a:avLst/>
                  <a:gdLst>
                    <a:gd name="textAreaLeft" fmla="*/ -360 w 2662920"/>
                    <a:gd name="textAreaRight" fmla="*/ 2662920 w 2662920"/>
                    <a:gd name="textAreaTop" fmla="*/ 0 h 2366280"/>
                    <a:gd name="textAreaBottom" fmla="*/ 2366640 h 2366280"/>
                  </a:gdLst>
                  <a:ahLst/>
                  <a:cxnLst/>
                  <a:rect l="textAreaLeft" t="textAreaTop" r="textAreaRight" b="textAreaBottom"/>
                  <a:pathLst>
                    <a:path w="2663190" h="2366712">
                      <a:moveTo>
                        <a:pt x="2663190" y="2366712"/>
                      </a:moveTo>
                      <a:cubicBezTo>
                        <a:pt x="2657348" y="1090235"/>
                        <a:pt x="2679573" y="768671"/>
                        <a:pt x="2534412" y="375225"/>
                      </a:cubicBezTo>
                      <a:cubicBezTo>
                        <a:pt x="2389251" y="-18221"/>
                        <a:pt x="2058670" y="-11172"/>
                        <a:pt x="1792224" y="6036"/>
                      </a:cubicBezTo>
                      <a:cubicBezTo>
                        <a:pt x="1525778" y="23244"/>
                        <a:pt x="1234440" y="124146"/>
                        <a:pt x="935736" y="478476"/>
                      </a:cubicBezTo>
                      <a:cubicBezTo>
                        <a:pt x="637032" y="832806"/>
                        <a:pt x="31242" y="1797752"/>
                        <a:pt x="0" y="2132016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28" name="Free-form: Shape 133"/>
                <p:cNvSpPr/>
                <p:nvPr/>
              </p:nvSpPr>
              <p:spPr>
                <a:xfrm flipH="1">
                  <a:off x="4267440" y="1241280"/>
                  <a:ext cx="2143080" cy="2108160"/>
                </a:xfrm>
                <a:custGeom>
                  <a:avLst/>
                  <a:gdLst>
                    <a:gd name="textAreaLeft" fmla="*/ -360 w 2143080"/>
                    <a:gd name="textAreaRight" fmla="*/ 2143080 w 2143080"/>
                    <a:gd name="textAreaTop" fmla="*/ 0 h 2108160"/>
                    <a:gd name="textAreaBottom" fmla="*/ 2108520 h 2108160"/>
                  </a:gdLst>
                  <a:ahLst/>
                  <a:cxnLst/>
                  <a:rect l="textAreaLeft" t="textAreaTop" r="textAreaRight" b="textAreaBottom"/>
                  <a:pathLst>
                    <a:path w="2554008" h="2465432">
                      <a:moveTo>
                        <a:pt x="2545899" y="2465432"/>
                      </a:moveTo>
                      <a:cubicBezTo>
                        <a:pt x="2542867" y="1151643"/>
                        <a:pt x="2600300" y="850469"/>
                        <a:pt x="2447332" y="443225"/>
                      </a:cubicBezTo>
                      <a:cubicBezTo>
                        <a:pt x="2294364" y="35981"/>
                        <a:pt x="1944807" y="-47495"/>
                        <a:pt x="1628091" y="21966"/>
                      </a:cubicBezTo>
                      <a:cubicBezTo>
                        <a:pt x="1311375" y="91427"/>
                        <a:pt x="818382" y="500705"/>
                        <a:pt x="547033" y="859994"/>
                      </a:cubicBezTo>
                      <a:cubicBezTo>
                        <a:pt x="275685" y="1219283"/>
                        <a:pt x="31242" y="1843436"/>
                        <a:pt x="0" y="217770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29" name="Free-form: Shape 134"/>
                <p:cNvSpPr/>
                <p:nvPr/>
              </p:nvSpPr>
              <p:spPr>
                <a:xfrm flipH="1">
                  <a:off x="4514400" y="1489680"/>
                  <a:ext cx="1577520" cy="1861560"/>
                </a:xfrm>
                <a:custGeom>
                  <a:avLst/>
                  <a:gdLst>
                    <a:gd name="textAreaLeft" fmla="*/ 360 w 1577520"/>
                    <a:gd name="textAreaRight" fmla="*/ 1578240 w 1577520"/>
                    <a:gd name="textAreaTop" fmla="*/ 0 h 1861560"/>
                    <a:gd name="textAreaBottom" fmla="*/ 1861920 h 1861560"/>
                  </a:gdLst>
                  <a:ahLst/>
                  <a:cxnLst/>
                  <a:rect l="textAreaLeft" t="textAreaTop" r="textAreaRight" b="textAreaBottom"/>
                  <a:pathLst>
                    <a:path w="2440614" h="2879804">
                      <a:moveTo>
                        <a:pt x="2424792" y="2879804"/>
                      </a:moveTo>
                      <a:cubicBezTo>
                        <a:pt x="2451531" y="1281392"/>
                        <a:pt x="2456846" y="1008435"/>
                        <a:pt x="2338400" y="531080"/>
                      </a:cubicBezTo>
                      <a:cubicBezTo>
                        <a:pt x="2219954" y="53725"/>
                        <a:pt x="2006252" y="-43939"/>
                        <a:pt x="1714115" y="15673"/>
                      </a:cubicBezTo>
                      <a:cubicBezTo>
                        <a:pt x="1421978" y="75285"/>
                        <a:pt x="871265" y="474797"/>
                        <a:pt x="585579" y="888755"/>
                      </a:cubicBezTo>
                      <a:cubicBezTo>
                        <a:pt x="299893" y="1302713"/>
                        <a:pt x="31242" y="2165155"/>
                        <a:pt x="0" y="2499419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30" name="Free-form: Shape 135"/>
                <p:cNvSpPr/>
                <p:nvPr/>
              </p:nvSpPr>
              <p:spPr>
                <a:xfrm flipH="1">
                  <a:off x="4707360" y="1757520"/>
                  <a:ext cx="1077120" cy="1580400"/>
                </a:xfrm>
                <a:custGeom>
                  <a:avLst/>
                  <a:gdLst>
                    <a:gd name="textAreaLeft" fmla="*/ 360 w 1077120"/>
                    <a:gd name="textAreaRight" fmla="*/ 1077840 w 1077120"/>
                    <a:gd name="textAreaTop" fmla="*/ 0 h 1580400"/>
                    <a:gd name="textAreaBottom" fmla="*/ 1580760 h 1580400"/>
                  </a:gdLst>
                  <a:ahLst/>
                  <a:cxnLst/>
                  <a:rect l="textAreaLeft" t="textAreaTop" r="textAreaRight" b="textAreaBottom"/>
                  <a:pathLst>
                    <a:path w="2480539" h="2756902">
                      <a:moveTo>
                        <a:pt x="2471402" y="2756902"/>
                      </a:moveTo>
                      <a:cubicBezTo>
                        <a:pt x="2475027" y="1116989"/>
                        <a:pt x="2523101" y="864749"/>
                        <a:pt x="2355946" y="411144"/>
                      </a:cubicBezTo>
                      <a:cubicBezTo>
                        <a:pt x="2188791" y="-42461"/>
                        <a:pt x="1764995" y="-34305"/>
                        <a:pt x="1468472" y="35274"/>
                      </a:cubicBezTo>
                      <a:cubicBezTo>
                        <a:pt x="1171949" y="104853"/>
                        <a:pt x="821551" y="445670"/>
                        <a:pt x="576806" y="828620"/>
                      </a:cubicBezTo>
                      <a:cubicBezTo>
                        <a:pt x="332061" y="1211570"/>
                        <a:pt x="31242" y="1998708"/>
                        <a:pt x="0" y="2332972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  <p:grpSp>
            <p:nvGrpSpPr>
              <p:cNvPr id="231" name="Group 127"/>
              <p:cNvGrpSpPr/>
              <p:nvPr/>
            </p:nvGrpSpPr>
            <p:grpSpPr>
              <a:xfrm>
                <a:off x="4101840" y="3319560"/>
                <a:ext cx="2661120" cy="2372040"/>
                <a:chOff x="4101840" y="3319560"/>
                <a:chExt cx="2661120" cy="2372040"/>
              </a:xfrm>
            </p:grpSpPr>
            <p:sp>
              <p:nvSpPr>
                <p:cNvPr id="232" name="Free-form: Shape 128"/>
                <p:cNvSpPr/>
                <p:nvPr/>
              </p:nvSpPr>
              <p:spPr>
                <a:xfrm rot="10800000">
                  <a:off x="4101840" y="3323520"/>
                  <a:ext cx="2661120" cy="2368080"/>
                </a:xfrm>
                <a:custGeom>
                  <a:avLst/>
                  <a:gdLst>
                    <a:gd name="textAreaLeft" fmla="*/ 0 w 2661120"/>
                    <a:gd name="textAreaRight" fmla="*/ 2661480 w 2661120"/>
                    <a:gd name="textAreaTop" fmla="*/ 0 h 2368080"/>
                    <a:gd name="textAreaBottom" fmla="*/ 2368440 h 2368080"/>
                  </a:gdLst>
                  <a:ahLst/>
                  <a:cxnLst/>
                  <a:rect l="textAreaLeft" t="textAreaTop" r="textAreaRight" b="textAreaBottom"/>
                  <a:pathLst>
                    <a:path w="2661285" h="2366712">
                      <a:moveTo>
                        <a:pt x="2661285" y="2366712"/>
                      </a:moveTo>
                      <a:cubicBezTo>
                        <a:pt x="2655443" y="1090235"/>
                        <a:pt x="2677668" y="768671"/>
                        <a:pt x="2532507" y="375225"/>
                      </a:cubicBezTo>
                      <a:cubicBezTo>
                        <a:pt x="2387346" y="-18221"/>
                        <a:pt x="2056765" y="-11172"/>
                        <a:pt x="1790319" y="6036"/>
                      </a:cubicBezTo>
                      <a:cubicBezTo>
                        <a:pt x="1523873" y="23244"/>
                        <a:pt x="1232218" y="127001"/>
                        <a:pt x="933831" y="478476"/>
                      </a:cubicBezTo>
                      <a:cubicBezTo>
                        <a:pt x="635445" y="829951"/>
                        <a:pt x="31242" y="1780621"/>
                        <a:pt x="0" y="2114885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33" name="Free-form: Shape 129"/>
                <p:cNvSpPr/>
                <p:nvPr/>
              </p:nvSpPr>
              <p:spPr>
                <a:xfrm rot="10800000">
                  <a:off x="4268520" y="3321720"/>
                  <a:ext cx="2143080" cy="2109600"/>
                </a:xfrm>
                <a:custGeom>
                  <a:avLst/>
                  <a:gdLst>
                    <a:gd name="textAreaLeft" fmla="*/ 0 w 2143080"/>
                    <a:gd name="textAreaRight" fmla="*/ 2143440 w 2143080"/>
                    <a:gd name="textAreaTop" fmla="*/ 0 h 2109600"/>
                    <a:gd name="textAreaBottom" fmla="*/ 2109960 h 2109600"/>
                  </a:gdLst>
                  <a:ahLst/>
                  <a:cxnLst/>
                  <a:rect l="textAreaLeft" t="textAreaTop" r="textAreaRight" b="textAreaBottom"/>
                  <a:pathLst>
                    <a:path w="2554008" h="2465432">
                      <a:moveTo>
                        <a:pt x="2545899" y="2465432"/>
                      </a:moveTo>
                      <a:cubicBezTo>
                        <a:pt x="2542867" y="1151643"/>
                        <a:pt x="2600300" y="850469"/>
                        <a:pt x="2447332" y="443225"/>
                      </a:cubicBezTo>
                      <a:cubicBezTo>
                        <a:pt x="2294364" y="35981"/>
                        <a:pt x="1944807" y="-47495"/>
                        <a:pt x="1628091" y="21966"/>
                      </a:cubicBezTo>
                      <a:cubicBezTo>
                        <a:pt x="1311375" y="91427"/>
                        <a:pt x="818382" y="500705"/>
                        <a:pt x="547033" y="859994"/>
                      </a:cubicBezTo>
                      <a:cubicBezTo>
                        <a:pt x="275685" y="1219283"/>
                        <a:pt x="31242" y="1843436"/>
                        <a:pt x="0" y="217770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34" name="Free-form: Shape 130"/>
                <p:cNvSpPr/>
                <p:nvPr/>
              </p:nvSpPr>
              <p:spPr>
                <a:xfrm rot="10800000">
                  <a:off x="4515120" y="3319560"/>
                  <a:ext cx="1577520" cy="1863000"/>
                </a:xfrm>
                <a:custGeom>
                  <a:avLst/>
                  <a:gdLst>
                    <a:gd name="textAreaLeft" fmla="*/ 0 w 1577520"/>
                    <a:gd name="textAreaRight" fmla="*/ 1577880 w 1577520"/>
                    <a:gd name="textAreaTop" fmla="*/ 0 h 1863000"/>
                    <a:gd name="textAreaBottom" fmla="*/ 1863360 h 1863000"/>
                  </a:gdLst>
                  <a:ahLst/>
                  <a:cxnLst/>
                  <a:rect l="textAreaLeft" t="textAreaTop" r="textAreaRight" b="textAreaBottom"/>
                  <a:pathLst>
                    <a:path w="2440614" h="2879804">
                      <a:moveTo>
                        <a:pt x="2424792" y="2879804"/>
                      </a:moveTo>
                      <a:cubicBezTo>
                        <a:pt x="2451531" y="1281392"/>
                        <a:pt x="2456846" y="1008435"/>
                        <a:pt x="2338400" y="531080"/>
                      </a:cubicBezTo>
                      <a:cubicBezTo>
                        <a:pt x="2219954" y="53725"/>
                        <a:pt x="2006252" y="-43939"/>
                        <a:pt x="1714115" y="15673"/>
                      </a:cubicBezTo>
                      <a:cubicBezTo>
                        <a:pt x="1421978" y="75285"/>
                        <a:pt x="871265" y="474797"/>
                        <a:pt x="585579" y="888755"/>
                      </a:cubicBezTo>
                      <a:cubicBezTo>
                        <a:pt x="299893" y="1302713"/>
                        <a:pt x="31242" y="2165155"/>
                        <a:pt x="0" y="2499419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35" name="Free-form: Shape 131"/>
                <p:cNvSpPr/>
                <p:nvPr/>
              </p:nvSpPr>
              <p:spPr>
                <a:xfrm rot="10800000">
                  <a:off x="4708080" y="3332880"/>
                  <a:ext cx="1080720" cy="1581840"/>
                </a:xfrm>
                <a:custGeom>
                  <a:avLst/>
                  <a:gdLst>
                    <a:gd name="textAreaLeft" fmla="*/ 0 w 1080720"/>
                    <a:gd name="textAreaRight" fmla="*/ 1081080 w 1080720"/>
                    <a:gd name="textAreaTop" fmla="*/ 0 h 1581840"/>
                    <a:gd name="textAreaBottom" fmla="*/ 1582200 h 1581840"/>
                  </a:gdLst>
                  <a:ahLst/>
                  <a:cxnLst/>
                  <a:rect l="textAreaLeft" t="textAreaTop" r="textAreaRight" b="textAreaBottom"/>
                  <a:pathLst>
                    <a:path w="2489312" h="2756902">
                      <a:moveTo>
                        <a:pt x="2480175" y="2756902"/>
                      </a:moveTo>
                      <a:cubicBezTo>
                        <a:pt x="2483800" y="1116989"/>
                        <a:pt x="2531874" y="864749"/>
                        <a:pt x="2364719" y="411144"/>
                      </a:cubicBezTo>
                      <a:cubicBezTo>
                        <a:pt x="2197564" y="-42461"/>
                        <a:pt x="1773768" y="-34305"/>
                        <a:pt x="1477245" y="35274"/>
                      </a:cubicBezTo>
                      <a:cubicBezTo>
                        <a:pt x="1180722" y="104853"/>
                        <a:pt x="831786" y="442351"/>
                        <a:pt x="585579" y="828620"/>
                      </a:cubicBezTo>
                      <a:cubicBezTo>
                        <a:pt x="339372" y="1214889"/>
                        <a:pt x="31242" y="2018627"/>
                        <a:pt x="0" y="2352891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</p:grpSp>
        <p:grpSp>
          <p:nvGrpSpPr>
            <p:cNvPr id="236" name="Group 92"/>
            <p:cNvGrpSpPr/>
            <p:nvPr/>
          </p:nvGrpSpPr>
          <p:grpSpPr>
            <a:xfrm>
              <a:off x="5455440" y="3098160"/>
              <a:ext cx="1658880" cy="473760"/>
              <a:chOff x="5455440" y="3098160"/>
              <a:chExt cx="1658880" cy="473760"/>
            </a:xfrm>
          </p:grpSpPr>
          <p:grpSp>
            <p:nvGrpSpPr>
              <p:cNvPr id="237" name="Group 115"/>
              <p:cNvGrpSpPr/>
              <p:nvPr/>
            </p:nvGrpSpPr>
            <p:grpSpPr>
              <a:xfrm>
                <a:off x="6398280" y="3102120"/>
                <a:ext cx="716040" cy="469800"/>
                <a:chOff x="6398280" y="3102120"/>
                <a:chExt cx="716040" cy="469800"/>
              </a:xfrm>
            </p:grpSpPr>
            <p:sp>
              <p:nvSpPr>
                <p:cNvPr id="238" name="Free-form: Shape 122"/>
                <p:cNvSpPr/>
                <p:nvPr/>
              </p:nvSpPr>
              <p:spPr>
                <a:xfrm flipH="1">
                  <a:off x="6986880" y="3102120"/>
                  <a:ext cx="127440" cy="466560"/>
                </a:xfrm>
                <a:custGeom>
                  <a:avLst/>
                  <a:gdLst>
                    <a:gd name="textAreaLeft" fmla="*/ 360 w 127440"/>
                    <a:gd name="textAreaRight" fmla="*/ 128160 w 127440"/>
                    <a:gd name="textAreaTop" fmla="*/ 0 h 466560"/>
                    <a:gd name="textAreaBottom" fmla="*/ 466920 h 466560"/>
                  </a:gdLst>
                  <a:ahLst/>
                  <a:cxnLst/>
                  <a:rect l="textAreaLeft" t="textAreaTop" r="textAreaRight" b="textAreaBottom"/>
                  <a:pathLst>
                    <a:path w="138439" h="480060">
                      <a:moveTo>
                        <a:pt x="120659" y="0"/>
                      </a:moveTo>
                      <a:cubicBezTo>
                        <a:pt x="85205" y="41275"/>
                        <a:pt x="-1049" y="120015"/>
                        <a:pt x="9" y="226695"/>
                      </a:cubicBezTo>
                      <a:cubicBezTo>
                        <a:pt x="1067" y="333375"/>
                        <a:pt x="99281" y="421323"/>
                        <a:pt x="138439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39" name="Free-form: Shape 123"/>
                <p:cNvSpPr/>
                <p:nvPr/>
              </p:nvSpPr>
              <p:spPr>
                <a:xfrm flipH="1">
                  <a:off x="6819480" y="3102120"/>
                  <a:ext cx="100080" cy="466560"/>
                </a:xfrm>
                <a:custGeom>
                  <a:avLst/>
                  <a:gdLst>
                    <a:gd name="textAreaLeft" fmla="*/ 360 w 100080"/>
                    <a:gd name="textAreaRight" fmla="*/ 100800 w 100080"/>
                    <a:gd name="textAreaTop" fmla="*/ 0 h 466560"/>
                    <a:gd name="textAreaBottom" fmla="*/ 466920 h 466560"/>
                  </a:gdLst>
                  <a:ahLst/>
                  <a:cxnLst/>
                  <a:rect l="textAreaLeft" t="textAreaTop" r="textAreaRight" b="textAreaBottom"/>
                  <a:pathLst>
                    <a:path w="100348" h="480060">
                      <a:moveTo>
                        <a:pt x="82568" y="0"/>
                      </a:moveTo>
                      <a:cubicBezTo>
                        <a:pt x="47114" y="41275"/>
                        <a:pt x="-1040" y="116205"/>
                        <a:pt x="18" y="222885"/>
                      </a:cubicBezTo>
                      <a:cubicBezTo>
                        <a:pt x="1076" y="329565"/>
                        <a:pt x="61190" y="421323"/>
                        <a:pt x="10034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40" name="Free-form: Shape 124"/>
                <p:cNvSpPr/>
                <p:nvPr/>
              </p:nvSpPr>
              <p:spPr>
                <a:xfrm flipH="1">
                  <a:off x="6599160" y="3102120"/>
                  <a:ext cx="75240" cy="466560"/>
                </a:xfrm>
                <a:custGeom>
                  <a:avLst/>
                  <a:gdLst>
                    <a:gd name="textAreaLeft" fmla="*/ -360 w 75240"/>
                    <a:gd name="textAreaRight" fmla="*/ 75240 w 75240"/>
                    <a:gd name="textAreaTop" fmla="*/ 0 h 466560"/>
                    <a:gd name="textAreaBottom" fmla="*/ 466920 h 466560"/>
                  </a:gdLst>
                  <a:ahLst/>
                  <a:cxnLst/>
                  <a:rect l="textAreaLeft" t="textAreaTop" r="textAreaRight" b="textAreaBottom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41" name="Free-form: Shape 125"/>
                <p:cNvSpPr/>
                <p:nvPr/>
              </p:nvSpPr>
              <p:spPr>
                <a:xfrm flipH="1">
                  <a:off x="6397920" y="3102120"/>
                  <a:ext cx="65880" cy="469800"/>
                </a:xfrm>
                <a:custGeom>
                  <a:avLst/>
                  <a:gdLst>
                    <a:gd name="textAreaLeft" fmla="*/ -360 w 65880"/>
                    <a:gd name="textAreaRight" fmla="*/ 65880 w 65880"/>
                    <a:gd name="textAreaTop" fmla="*/ 0 h 469800"/>
                    <a:gd name="textAreaBottom" fmla="*/ 470160 h 469800"/>
                  </a:gdLst>
                  <a:ahLst/>
                  <a:cxnLst/>
                  <a:rect l="textAreaLeft" t="textAreaTop" r="textAreaRight" b="textAreaBottom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  <p:grpSp>
            <p:nvGrpSpPr>
              <p:cNvPr id="242" name="Group 116"/>
              <p:cNvGrpSpPr/>
              <p:nvPr/>
            </p:nvGrpSpPr>
            <p:grpSpPr>
              <a:xfrm>
                <a:off x="5455440" y="3098160"/>
                <a:ext cx="719640" cy="473760"/>
                <a:chOff x="5455440" y="3098160"/>
                <a:chExt cx="719640" cy="473760"/>
              </a:xfrm>
            </p:grpSpPr>
            <p:sp>
              <p:nvSpPr>
                <p:cNvPr id="243" name="Free-form: Shape 118"/>
                <p:cNvSpPr/>
                <p:nvPr/>
              </p:nvSpPr>
              <p:spPr>
                <a:xfrm>
                  <a:off x="5455440" y="3098160"/>
                  <a:ext cx="134280" cy="46656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466560"/>
                    <a:gd name="textAreaBottom" fmla="*/ 466920 h 466560"/>
                  </a:gdLst>
                  <a:ahLst/>
                  <a:cxnLst/>
                  <a:rect l="textAreaLeft" t="textAreaTop" r="textAreaRight" b="textAreaBottom"/>
                  <a:pathLst>
                    <a:path w="138439" h="480060">
                      <a:moveTo>
                        <a:pt x="120659" y="0"/>
                      </a:moveTo>
                      <a:cubicBezTo>
                        <a:pt x="85205" y="41275"/>
                        <a:pt x="-1049" y="120015"/>
                        <a:pt x="9" y="226695"/>
                      </a:cubicBezTo>
                      <a:cubicBezTo>
                        <a:pt x="1067" y="333375"/>
                        <a:pt x="99281" y="421323"/>
                        <a:pt x="138439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44" name="Free-form: Shape 119"/>
                <p:cNvSpPr/>
                <p:nvPr/>
              </p:nvSpPr>
              <p:spPr>
                <a:xfrm>
                  <a:off x="5655600" y="3102120"/>
                  <a:ext cx="99720" cy="466560"/>
                </a:xfrm>
                <a:custGeom>
                  <a:avLst/>
                  <a:gdLst>
                    <a:gd name="textAreaLeft" fmla="*/ 0 w 99720"/>
                    <a:gd name="textAreaRight" fmla="*/ 100080 w 99720"/>
                    <a:gd name="textAreaTop" fmla="*/ 0 h 466560"/>
                    <a:gd name="textAreaBottom" fmla="*/ 466920 h 466560"/>
                  </a:gdLst>
                  <a:ahLst/>
                  <a:cxnLst/>
                  <a:rect l="textAreaLeft" t="textAreaTop" r="textAreaRight" b="textAreaBottom"/>
                  <a:pathLst>
                    <a:path w="100348" h="480060">
                      <a:moveTo>
                        <a:pt x="82568" y="0"/>
                      </a:moveTo>
                      <a:cubicBezTo>
                        <a:pt x="47114" y="41275"/>
                        <a:pt x="-1040" y="116205"/>
                        <a:pt x="18" y="222885"/>
                      </a:cubicBezTo>
                      <a:cubicBezTo>
                        <a:pt x="1076" y="329565"/>
                        <a:pt x="61190" y="421323"/>
                        <a:pt x="10034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45" name="Free-form: Shape 120"/>
                <p:cNvSpPr/>
                <p:nvPr/>
              </p:nvSpPr>
              <p:spPr>
                <a:xfrm>
                  <a:off x="5898960" y="3102120"/>
                  <a:ext cx="75240" cy="466560"/>
                </a:xfrm>
                <a:custGeom>
                  <a:avLst/>
                  <a:gdLst>
                    <a:gd name="textAreaLeft" fmla="*/ 0 w 75240"/>
                    <a:gd name="textAreaRight" fmla="*/ 75600 w 75240"/>
                    <a:gd name="textAreaTop" fmla="*/ 0 h 466560"/>
                    <a:gd name="textAreaBottom" fmla="*/ 466920 h 466560"/>
                  </a:gdLst>
                  <a:ahLst/>
                  <a:cxnLst/>
                  <a:rect l="textAreaLeft" t="textAreaTop" r="textAreaRight" b="textAreaBottom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246" name="Free-form: Shape 121"/>
                <p:cNvSpPr/>
                <p:nvPr/>
              </p:nvSpPr>
              <p:spPr>
                <a:xfrm>
                  <a:off x="6109560" y="3102120"/>
                  <a:ext cx="65520" cy="469800"/>
                </a:xfrm>
                <a:custGeom>
                  <a:avLst/>
                  <a:gdLst>
                    <a:gd name="textAreaLeft" fmla="*/ 0 w 65520"/>
                    <a:gd name="textAreaRight" fmla="*/ 65880 w 65520"/>
                    <a:gd name="textAreaTop" fmla="*/ 0 h 469800"/>
                    <a:gd name="textAreaBottom" fmla="*/ 470160 h 469800"/>
                  </a:gdLst>
                  <a:ahLst/>
                  <a:cxnLst/>
                  <a:rect l="textAreaLeft" t="textAreaTop" r="textAreaRight" b="textAreaBottom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  <p:cxnSp>
            <p:nvCxnSpPr>
              <p:cNvPr id="247" name="Straight Connector 117"/>
              <p:cNvCxnSpPr/>
              <p:nvPr/>
            </p:nvCxnSpPr>
            <p:spPr>
              <a:xfrm>
                <a:off x="6287760" y="3101760"/>
                <a:ext cx="360" cy="467280"/>
              </a:xfrm>
              <a:prstGeom prst="straightConnector1">
                <a:avLst/>
              </a:prstGeom>
              <a:ln>
                <a:solidFill>
                  <a:srgbClr val="00B0F0"/>
                </a:solidFill>
              </a:ln>
            </p:spPr>
          </p:cxnSp>
        </p:grpSp>
        <p:sp>
          <p:nvSpPr>
            <p:cNvPr id="248" name="Isosceles Triangle 93"/>
            <p:cNvSpPr/>
            <p:nvPr/>
          </p:nvSpPr>
          <p:spPr>
            <a:xfrm flipH="1">
              <a:off x="4221720" y="323964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49" name="Isosceles Triangle 94"/>
            <p:cNvSpPr/>
            <p:nvPr/>
          </p:nvSpPr>
          <p:spPr>
            <a:xfrm flipH="1">
              <a:off x="4045680" y="323784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50" name="Isosceles Triangle 95"/>
            <p:cNvSpPr/>
            <p:nvPr/>
          </p:nvSpPr>
          <p:spPr>
            <a:xfrm flipH="1">
              <a:off x="4656960" y="324792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51" name="Isosceles Triangle 96"/>
            <p:cNvSpPr/>
            <p:nvPr/>
          </p:nvSpPr>
          <p:spPr>
            <a:xfrm flipH="1">
              <a:off x="4467240" y="324648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52" name="Isosceles Triangle 97"/>
            <p:cNvSpPr/>
            <p:nvPr/>
          </p:nvSpPr>
          <p:spPr>
            <a:xfrm rot="10800000" flipH="1">
              <a:off x="6231600" y="327960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53" name="Isosceles Triangle 98"/>
            <p:cNvSpPr/>
            <p:nvPr/>
          </p:nvSpPr>
          <p:spPr>
            <a:xfrm rot="10800000" flipH="1">
              <a:off x="6055560" y="327960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54" name="Isosceles Triangle 99"/>
            <p:cNvSpPr/>
            <p:nvPr/>
          </p:nvSpPr>
          <p:spPr>
            <a:xfrm rot="10800000" flipH="1">
              <a:off x="5605200" y="328104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55" name="Isosceles Triangle 100"/>
            <p:cNvSpPr/>
            <p:nvPr/>
          </p:nvSpPr>
          <p:spPr>
            <a:xfrm rot="10800000" flipH="1">
              <a:off x="5845680" y="327960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56" name="Isosceles Triangle 101"/>
            <p:cNvSpPr/>
            <p:nvPr/>
          </p:nvSpPr>
          <p:spPr>
            <a:xfrm rot="10800000" flipH="1">
              <a:off x="5401800" y="327924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57" name="Isosceles Triangle 102"/>
            <p:cNvSpPr/>
            <p:nvPr/>
          </p:nvSpPr>
          <p:spPr>
            <a:xfrm rot="10800000" flipH="1">
              <a:off x="7053480" y="327960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58" name="Isosceles Triangle 103"/>
            <p:cNvSpPr/>
            <p:nvPr/>
          </p:nvSpPr>
          <p:spPr>
            <a:xfrm rot="10800000" flipH="1">
              <a:off x="6619320" y="327708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59" name="Isosceles Triangle 104"/>
            <p:cNvSpPr/>
            <p:nvPr/>
          </p:nvSpPr>
          <p:spPr>
            <a:xfrm rot="10800000" flipH="1">
              <a:off x="6860160" y="327744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60" name="Isosceles Triangle 105"/>
            <p:cNvSpPr/>
            <p:nvPr/>
          </p:nvSpPr>
          <p:spPr>
            <a:xfrm rot="10800000" flipH="1">
              <a:off x="6406560" y="327708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61" name="Isosceles Triangle 106"/>
            <p:cNvSpPr/>
            <p:nvPr/>
          </p:nvSpPr>
          <p:spPr>
            <a:xfrm rot="4321800" flipH="1">
              <a:off x="4898880" y="1714680"/>
              <a:ext cx="109080" cy="10944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62" name="Isosceles Triangle 107"/>
            <p:cNvSpPr/>
            <p:nvPr/>
          </p:nvSpPr>
          <p:spPr>
            <a:xfrm rot="4321800" flipH="1">
              <a:off x="4761000" y="1446840"/>
              <a:ext cx="109080" cy="10944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10080" rIns="90000" bIns="1008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63" name="Isosceles Triangle 108"/>
            <p:cNvSpPr/>
            <p:nvPr/>
          </p:nvSpPr>
          <p:spPr>
            <a:xfrm rot="4738200" flipH="1">
              <a:off x="4691520" y="120312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264" name="Isosceles Triangle 109"/>
            <p:cNvSpPr/>
            <p:nvPr/>
          </p:nvSpPr>
          <p:spPr>
            <a:xfrm rot="5012400" flipH="1">
              <a:off x="4582440" y="942840"/>
              <a:ext cx="109080" cy="1090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9720" rIns="90000" bIns="97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grpSp>
          <p:nvGrpSpPr>
            <p:cNvPr id="265" name="Group 110"/>
            <p:cNvGrpSpPr/>
            <p:nvPr/>
          </p:nvGrpSpPr>
          <p:grpSpPr>
            <a:xfrm>
              <a:off x="4589280" y="4845240"/>
              <a:ext cx="443520" cy="898920"/>
              <a:chOff x="4589280" y="4845240"/>
              <a:chExt cx="443520" cy="898920"/>
            </a:xfrm>
          </p:grpSpPr>
          <p:sp>
            <p:nvSpPr>
              <p:cNvPr id="266" name="Isosceles Triangle 111"/>
              <p:cNvSpPr/>
              <p:nvPr/>
            </p:nvSpPr>
            <p:spPr>
              <a:xfrm rot="16816200">
                <a:off x="4914720" y="4853880"/>
                <a:ext cx="109080" cy="109080"/>
              </a:xfrm>
              <a:prstGeom prst="triangle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9720" rIns="90000" bIns="9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sz="1800" b="0" strike="noStrike" spc="-1">
                  <a:solidFill>
                    <a:schemeClr val="lt1"/>
                  </a:solidFill>
                  <a:latin typeface="Aptos"/>
                </a:endParaRPr>
              </a:p>
            </p:txBody>
          </p:sp>
          <p:sp>
            <p:nvSpPr>
              <p:cNvPr id="267" name="Isosceles Triangle 112"/>
              <p:cNvSpPr/>
              <p:nvPr/>
            </p:nvSpPr>
            <p:spPr>
              <a:xfrm rot="17017800">
                <a:off x="4777200" y="5123880"/>
                <a:ext cx="109080" cy="109080"/>
              </a:xfrm>
              <a:prstGeom prst="triangle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9720" rIns="90000" bIns="9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sz="1800" b="0" strike="noStrike" spc="-1">
                  <a:solidFill>
                    <a:schemeClr val="lt1"/>
                  </a:solidFill>
                  <a:latin typeface="Aptos"/>
                </a:endParaRPr>
              </a:p>
            </p:txBody>
          </p:sp>
          <p:sp>
            <p:nvSpPr>
              <p:cNvPr id="268" name="Isosceles Triangle 113"/>
              <p:cNvSpPr/>
              <p:nvPr/>
            </p:nvSpPr>
            <p:spPr>
              <a:xfrm rot="16703400">
                <a:off x="4708080" y="5361840"/>
                <a:ext cx="109080" cy="109080"/>
              </a:xfrm>
              <a:prstGeom prst="triangle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9720" rIns="90000" bIns="9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sz="1800" b="0" strike="noStrike" spc="-1">
                  <a:solidFill>
                    <a:schemeClr val="lt1"/>
                  </a:solidFill>
                  <a:latin typeface="Aptos"/>
                </a:endParaRPr>
              </a:p>
            </p:txBody>
          </p:sp>
          <p:sp>
            <p:nvSpPr>
              <p:cNvPr id="269" name="Isosceles Triangle 114"/>
              <p:cNvSpPr/>
              <p:nvPr/>
            </p:nvSpPr>
            <p:spPr>
              <a:xfrm rot="16781400">
                <a:off x="4597560" y="5626440"/>
                <a:ext cx="109080" cy="109080"/>
              </a:xfrm>
              <a:prstGeom prst="triangle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9720" rIns="90000" bIns="9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sz="1800" b="0" strike="noStrike" spc="-1">
                  <a:solidFill>
                    <a:schemeClr val="lt1"/>
                  </a:solidFill>
                  <a:latin typeface="Aptos"/>
                </a:endParaRPr>
              </a:p>
            </p:txBody>
          </p:sp>
        </p:grpSp>
      </p:grpSp>
      <p:cxnSp>
        <p:nvCxnSpPr>
          <p:cNvPr id="270" name="Straight Connector 137"/>
          <p:cNvCxnSpPr/>
          <p:nvPr/>
        </p:nvCxnSpPr>
        <p:spPr>
          <a:xfrm>
            <a:off x="5566320" y="3098160"/>
            <a:ext cx="143460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71" name="Straight Connector 186"/>
          <p:cNvCxnSpPr/>
          <p:nvPr/>
        </p:nvCxnSpPr>
        <p:spPr>
          <a:xfrm>
            <a:off x="5565600" y="3568680"/>
            <a:ext cx="143496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72" name="Straight Connector 187"/>
          <p:cNvCxnSpPr/>
          <p:nvPr/>
        </p:nvCxnSpPr>
        <p:spPr>
          <a:xfrm>
            <a:off x="7390800" y="3103920"/>
            <a:ext cx="143496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273" name="Straight Connector 188"/>
          <p:cNvCxnSpPr/>
          <p:nvPr/>
        </p:nvCxnSpPr>
        <p:spPr>
          <a:xfrm>
            <a:off x="7390440" y="3574440"/>
            <a:ext cx="143496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74" name="TextBox 190"/>
          <p:cNvSpPr/>
          <p:nvPr/>
        </p:nvSpPr>
        <p:spPr>
          <a:xfrm>
            <a:off x="6035040" y="4855320"/>
            <a:ext cx="1028520" cy="9230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194"/>
          <p:cNvSpPr/>
          <p:nvPr/>
        </p:nvSpPr>
        <p:spPr>
          <a:xfrm>
            <a:off x="6883200" y="685800"/>
            <a:ext cx="22608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Poolschoen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6" name="Straight Arrow Connector 199"/>
          <p:cNvCxnSpPr/>
          <p:nvPr/>
        </p:nvCxnSpPr>
        <p:spPr>
          <a:xfrm>
            <a:off x="7866720" y="1164240"/>
            <a:ext cx="297720" cy="34452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277" name="TextBox 201"/>
          <p:cNvSpPr/>
          <p:nvPr/>
        </p:nvSpPr>
        <p:spPr>
          <a:xfrm>
            <a:off x="6426000" y="1922040"/>
            <a:ext cx="22608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Luchtspleet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8" name="Straight Arrow Connector 202"/>
          <p:cNvCxnSpPr/>
          <p:nvPr/>
        </p:nvCxnSpPr>
        <p:spPr>
          <a:xfrm>
            <a:off x="6858000" y="2286000"/>
            <a:ext cx="376200" cy="7437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279" name="TextBox 1"/>
          <p:cNvSpPr/>
          <p:nvPr/>
        </p:nvSpPr>
        <p:spPr>
          <a:xfrm>
            <a:off x="2795220" y="3146400"/>
            <a:ext cx="22608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strike="noStrike" spc="-1">
                <a:solidFill>
                  <a:schemeClr val="dk1"/>
                </a:solidFill>
                <a:latin typeface="Aptos"/>
              </a:rPr>
              <a:t>Magneet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Oval 3"/>
          <p:cNvSpPr/>
          <p:nvPr/>
        </p:nvSpPr>
        <p:spPr>
          <a:xfrm>
            <a:off x="3396960" y="3778560"/>
            <a:ext cx="5397480" cy="1130400"/>
          </a:xfrm>
          <a:prstGeom prst="ellipse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281" name="Oval 4"/>
          <p:cNvSpPr/>
          <p:nvPr/>
        </p:nvSpPr>
        <p:spPr>
          <a:xfrm>
            <a:off x="4690080" y="4049280"/>
            <a:ext cx="2811600" cy="588600"/>
          </a:xfrm>
          <a:prstGeom prst="ellipse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  <p:cxnSp>
        <p:nvCxnSpPr>
          <p:cNvPr id="282" name="Straight Connector 10"/>
          <p:cNvCxnSpPr>
            <a:stCxn id="280" idx="4"/>
          </p:cNvCxnSpPr>
          <p:nvPr/>
        </p:nvCxnSpPr>
        <p:spPr>
          <a:xfrm>
            <a:off x="6095880" y="4908960"/>
            <a:ext cx="360" cy="92304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sp>
        <p:nvSpPr>
          <p:cNvPr id="283" name="TextBox 12"/>
          <p:cNvSpPr/>
          <p:nvPr/>
        </p:nvSpPr>
        <p:spPr>
          <a:xfrm>
            <a:off x="5529960" y="3279600"/>
            <a:ext cx="456840" cy="492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4" name="Straight Arrow Connector 14"/>
          <p:cNvCxnSpPr/>
          <p:nvPr/>
        </p:nvCxnSpPr>
        <p:spPr>
          <a:xfrm flipV="1">
            <a:off x="7299720" y="3989520"/>
            <a:ext cx="769680" cy="17208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285" name="Straight Arrow Connector 15"/>
          <p:cNvCxnSpPr/>
          <p:nvPr/>
        </p:nvCxnSpPr>
        <p:spPr>
          <a:xfrm flipV="1">
            <a:off x="6154200" y="4191480"/>
            <a:ext cx="1053720" cy="15264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286" name="TextBox 21"/>
          <p:cNvSpPr/>
          <p:nvPr/>
        </p:nvSpPr>
        <p:spPr>
          <a:xfrm>
            <a:off x="6212520" y="4060800"/>
            <a:ext cx="456840" cy="2149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22"/>
          <p:cNvSpPr/>
          <p:nvPr/>
        </p:nvSpPr>
        <p:spPr>
          <a:xfrm>
            <a:off x="7129800" y="3873960"/>
            <a:ext cx="456840" cy="2149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23"/>
          <p:cNvSpPr/>
          <p:nvPr/>
        </p:nvSpPr>
        <p:spPr>
          <a:xfrm>
            <a:off x="4060800" y="4161240"/>
            <a:ext cx="456840" cy="2764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9" name="Straight Connector 41"/>
          <p:cNvCxnSpPr/>
          <p:nvPr/>
        </p:nvCxnSpPr>
        <p:spPr>
          <a:xfrm flipH="1">
            <a:off x="6014880" y="3393720"/>
            <a:ext cx="9216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90" name="Oval 2"/>
          <p:cNvSpPr/>
          <p:nvPr/>
        </p:nvSpPr>
        <p:spPr>
          <a:xfrm>
            <a:off x="3396960" y="1726920"/>
            <a:ext cx="5397480" cy="1130400"/>
          </a:xfrm>
          <a:prstGeom prst="ellipse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291" name="Oval 5"/>
          <p:cNvSpPr/>
          <p:nvPr/>
        </p:nvSpPr>
        <p:spPr>
          <a:xfrm>
            <a:off x="4690080" y="1997640"/>
            <a:ext cx="2811600" cy="588600"/>
          </a:xfrm>
          <a:prstGeom prst="ellipse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  <p:cxnSp>
        <p:nvCxnSpPr>
          <p:cNvPr id="292" name="Straight Arrow Connector 6"/>
          <p:cNvCxnSpPr>
            <a:stCxn id="291" idx="4"/>
          </p:cNvCxnSpPr>
          <p:nvPr/>
        </p:nvCxnSpPr>
        <p:spPr>
          <a:xfrm flipV="1">
            <a:off x="6095880" y="895680"/>
            <a:ext cx="360" cy="1690920"/>
          </a:xfrm>
          <a:prstGeom prst="straightConnector1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293" name="Straight Connector 8"/>
          <p:cNvCxnSpPr>
            <a:stCxn id="290" idx="4"/>
            <a:endCxn id="281" idx="4"/>
          </p:cNvCxnSpPr>
          <p:nvPr/>
        </p:nvCxnSpPr>
        <p:spPr>
          <a:xfrm>
            <a:off x="6095880" y="2857320"/>
            <a:ext cx="360" cy="1780920"/>
          </a:xfrm>
          <a:prstGeom prst="straightConnector1">
            <a:avLst/>
          </a:prstGeom>
          <a:ln w="28575">
            <a:solidFill>
              <a:srgbClr val="000000"/>
            </a:solidFill>
          </a:ln>
        </p:spPr>
      </p:cxnSp>
      <p:sp>
        <p:nvSpPr>
          <p:cNvPr id="294" name="TextBox 13"/>
          <p:cNvSpPr/>
          <p:nvPr/>
        </p:nvSpPr>
        <p:spPr>
          <a:xfrm>
            <a:off x="4060800" y="2153520"/>
            <a:ext cx="456840" cy="27648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5" name="Straight Arrow Connector 17"/>
          <p:cNvCxnSpPr/>
          <p:nvPr/>
        </p:nvCxnSpPr>
        <p:spPr>
          <a:xfrm flipV="1">
            <a:off x="7264440" y="1920240"/>
            <a:ext cx="769680" cy="17208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296" name="Straight Arrow Connector 18"/>
          <p:cNvCxnSpPr/>
          <p:nvPr/>
        </p:nvCxnSpPr>
        <p:spPr>
          <a:xfrm flipV="1">
            <a:off x="6118560" y="2122200"/>
            <a:ext cx="1054080" cy="15264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297" name="TextBox 19"/>
          <p:cNvSpPr/>
          <p:nvPr/>
        </p:nvSpPr>
        <p:spPr>
          <a:xfrm>
            <a:off x="6177240" y="2012040"/>
            <a:ext cx="456840" cy="2149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20"/>
          <p:cNvSpPr/>
          <p:nvPr/>
        </p:nvSpPr>
        <p:spPr>
          <a:xfrm>
            <a:off x="7094160" y="1804680"/>
            <a:ext cx="456840" cy="2149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9" name="Straight Arrow Connector 30"/>
          <p:cNvCxnSpPr/>
          <p:nvPr/>
        </p:nvCxnSpPr>
        <p:spPr>
          <a:xfrm>
            <a:off x="3229560" y="2291760"/>
            <a:ext cx="360" cy="2146680"/>
          </a:xfrm>
          <a:prstGeom prst="straightConnector1">
            <a:avLst/>
          </a:prstGeom>
          <a:ln w="28575">
            <a:solidFill>
              <a:srgbClr val="000000"/>
            </a:solidFill>
            <a:headEnd type="triangle" w="med" len="med"/>
            <a:tailEnd type="triangle" w="med" len="med"/>
          </a:ln>
        </p:spPr>
      </p:cxnSp>
      <p:sp>
        <p:nvSpPr>
          <p:cNvPr id="300" name="TextBox 33"/>
          <p:cNvSpPr/>
          <p:nvPr/>
        </p:nvSpPr>
        <p:spPr>
          <a:xfrm>
            <a:off x="2824200" y="3202200"/>
            <a:ext cx="456840" cy="27648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37"/>
          <p:cNvSpPr/>
          <p:nvPr/>
        </p:nvSpPr>
        <p:spPr>
          <a:xfrm>
            <a:off x="5352480" y="4096080"/>
            <a:ext cx="657000" cy="68436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2" name="Straight Connector 38"/>
          <p:cNvCxnSpPr/>
          <p:nvPr/>
        </p:nvCxnSpPr>
        <p:spPr>
          <a:xfrm flipH="1">
            <a:off x="6006960" y="4335120"/>
            <a:ext cx="9216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03" name="TextBox 45"/>
          <p:cNvSpPr/>
          <p:nvPr/>
        </p:nvSpPr>
        <p:spPr>
          <a:xfrm>
            <a:off x="5537880" y="2040120"/>
            <a:ext cx="456840" cy="68436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4" name="Straight Connector 46"/>
          <p:cNvCxnSpPr/>
          <p:nvPr/>
        </p:nvCxnSpPr>
        <p:spPr>
          <a:xfrm flipH="1">
            <a:off x="6014880" y="2267640"/>
            <a:ext cx="9216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05" name="TextBox 52"/>
          <p:cNvSpPr/>
          <p:nvPr/>
        </p:nvSpPr>
        <p:spPr>
          <a:xfrm>
            <a:off x="5682240" y="840600"/>
            <a:ext cx="471600" cy="49212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roup 270"/>
          <p:cNvGrpSpPr/>
          <p:nvPr/>
        </p:nvGrpSpPr>
        <p:grpSpPr>
          <a:xfrm>
            <a:off x="7590960" y="1578600"/>
            <a:ext cx="3606120" cy="3797280"/>
            <a:chOff x="7590960" y="1578600"/>
            <a:chExt cx="3606120" cy="3797280"/>
          </a:xfrm>
        </p:grpSpPr>
        <p:sp>
          <p:nvSpPr>
            <p:cNvPr id="307" name="Rectangle 3"/>
            <p:cNvSpPr/>
            <p:nvPr/>
          </p:nvSpPr>
          <p:spPr>
            <a:xfrm>
              <a:off x="7591320" y="3246840"/>
              <a:ext cx="948600" cy="457200"/>
            </a:xfrm>
            <a:prstGeom prst="rect">
              <a:avLst/>
            </a:prstGeom>
            <a:solidFill>
              <a:srgbClr val="156082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grpSp>
          <p:nvGrpSpPr>
            <p:cNvPr id="308" name="Group 191"/>
            <p:cNvGrpSpPr/>
            <p:nvPr/>
          </p:nvGrpSpPr>
          <p:grpSpPr>
            <a:xfrm>
              <a:off x="7733880" y="1654200"/>
              <a:ext cx="3262320" cy="3606840"/>
              <a:chOff x="7733880" y="1654200"/>
              <a:chExt cx="3262320" cy="3606840"/>
            </a:xfrm>
          </p:grpSpPr>
          <p:grpSp>
            <p:nvGrpSpPr>
              <p:cNvPr id="309" name="Group 175"/>
              <p:cNvGrpSpPr/>
              <p:nvPr/>
            </p:nvGrpSpPr>
            <p:grpSpPr>
              <a:xfrm>
                <a:off x="7773840" y="1694880"/>
                <a:ext cx="3222360" cy="3522960"/>
                <a:chOff x="7773840" y="1694880"/>
                <a:chExt cx="3222360" cy="3522960"/>
              </a:xfrm>
            </p:grpSpPr>
            <p:grpSp>
              <p:nvGrpSpPr>
                <p:cNvPr id="310" name="Group 173"/>
                <p:cNvGrpSpPr/>
                <p:nvPr/>
              </p:nvGrpSpPr>
              <p:grpSpPr>
                <a:xfrm>
                  <a:off x="7773840" y="1694880"/>
                  <a:ext cx="3222360" cy="3522960"/>
                  <a:chOff x="7773840" y="1694880"/>
                  <a:chExt cx="3222360" cy="3522960"/>
                </a:xfrm>
              </p:grpSpPr>
              <p:sp>
                <p:nvSpPr>
                  <p:cNvPr id="311" name="Rectangle: Rounded Corners 168"/>
                  <p:cNvSpPr/>
                  <p:nvPr/>
                </p:nvSpPr>
                <p:spPr>
                  <a:xfrm>
                    <a:off x="8385840" y="2315880"/>
                    <a:ext cx="2293200" cy="2253600"/>
                  </a:xfrm>
                  <a:custGeom>
                    <a:avLst/>
                    <a:gdLst>
                      <a:gd name="textAreaLeft" fmla="*/ 0 w 2293200"/>
                      <a:gd name="textAreaRight" fmla="*/ 2293560 w 2293200"/>
                      <a:gd name="textAreaTop" fmla="*/ 0 h 2253600"/>
                      <a:gd name="textAreaBottom" fmla="*/ 2253960 h 2253600"/>
                    </a:gdLst>
                    <a:ahLst/>
                    <a:cxnLst/>
                    <a:rect l="textAreaLeft" t="textAreaTop" r="textAreaRight" b="textAreaBottom"/>
                    <a:pathLst>
                      <a:path w="2293418" h="2254110">
                        <a:moveTo>
                          <a:pt x="0" y="185064"/>
                        </a:moveTo>
                        <a:cubicBezTo>
                          <a:pt x="0" y="82856"/>
                          <a:pt x="82856" y="0"/>
                          <a:pt x="185064" y="0"/>
                        </a:cubicBezTo>
                        <a:lnTo>
                          <a:pt x="1892673" y="0"/>
                        </a:lnTo>
                        <a:cubicBezTo>
                          <a:pt x="2080876" y="4762"/>
                          <a:pt x="2293418" y="760886"/>
                          <a:pt x="2293418" y="1136395"/>
                        </a:cubicBezTo>
                        <a:cubicBezTo>
                          <a:pt x="2262574" y="1481060"/>
                          <a:pt x="2073732" y="2250671"/>
                          <a:pt x="1892673" y="2253052"/>
                        </a:cubicBezTo>
                        <a:cubicBezTo>
                          <a:pt x="1711614" y="2255433"/>
                          <a:pt x="754267" y="2253052"/>
                          <a:pt x="185064" y="2253052"/>
                        </a:cubicBezTo>
                        <a:cubicBezTo>
                          <a:pt x="82856" y="2253052"/>
                          <a:pt x="0" y="2170196"/>
                          <a:pt x="0" y="2067988"/>
                        </a:cubicBezTo>
                        <a:lnTo>
                          <a:pt x="0" y="185064"/>
                        </a:lnTo>
                        <a:close/>
                      </a:path>
                    </a:pathLst>
                  </a:custGeom>
                  <a:noFill/>
                  <a:ln>
                    <a:solidFill>
                      <a:srgbClr val="E9713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nl-NL" sz="1800" b="0" strike="noStrike" spc="-1">
                      <a:solidFill>
                        <a:schemeClr val="lt1"/>
                      </a:solidFill>
                      <a:latin typeface="Aptos"/>
                    </a:endParaRPr>
                  </a:p>
                </p:txBody>
              </p:sp>
              <p:sp>
                <p:nvSpPr>
                  <p:cNvPr id="312" name="Rectangle: Rounded Corners 170"/>
                  <p:cNvSpPr/>
                  <p:nvPr/>
                </p:nvSpPr>
                <p:spPr>
                  <a:xfrm>
                    <a:off x="8170920" y="2073600"/>
                    <a:ext cx="2570040" cy="2712240"/>
                  </a:xfrm>
                  <a:custGeom>
                    <a:avLst/>
                    <a:gdLst>
                      <a:gd name="textAreaLeft" fmla="*/ 0 w 2570040"/>
                      <a:gd name="textAreaRight" fmla="*/ 2570400 w 2570040"/>
                      <a:gd name="textAreaTop" fmla="*/ 0 h 2712240"/>
                      <a:gd name="textAreaBottom" fmla="*/ 2712600 h 2712240"/>
                    </a:gdLst>
                    <a:ahLst/>
                    <a:cxnLst/>
                    <a:rect l="textAreaLeft" t="textAreaTop" r="textAreaRight" b="textAreaBottom"/>
                    <a:pathLst>
                      <a:path w="2559175" h="2595994">
                        <a:moveTo>
                          <a:pt x="0" y="219484"/>
                        </a:moveTo>
                        <a:cubicBezTo>
                          <a:pt x="0" y="98266"/>
                          <a:pt x="98266" y="0"/>
                          <a:pt x="219484" y="0"/>
                        </a:cubicBezTo>
                        <a:lnTo>
                          <a:pt x="2244685" y="0"/>
                        </a:lnTo>
                        <a:cubicBezTo>
                          <a:pt x="2365903" y="0"/>
                          <a:pt x="2464169" y="98266"/>
                          <a:pt x="2464169" y="219484"/>
                        </a:cubicBezTo>
                        <a:lnTo>
                          <a:pt x="2559175" y="1341933"/>
                        </a:lnTo>
                        <a:lnTo>
                          <a:pt x="2464169" y="2376510"/>
                        </a:lnTo>
                        <a:cubicBezTo>
                          <a:pt x="2464169" y="2497728"/>
                          <a:pt x="2365903" y="2595994"/>
                          <a:pt x="2244685" y="2595994"/>
                        </a:cubicBezTo>
                        <a:lnTo>
                          <a:pt x="219484" y="2595994"/>
                        </a:lnTo>
                        <a:cubicBezTo>
                          <a:pt x="98266" y="2595994"/>
                          <a:pt x="0" y="2497728"/>
                          <a:pt x="0" y="2376510"/>
                        </a:cubicBezTo>
                        <a:lnTo>
                          <a:pt x="0" y="219484"/>
                        </a:lnTo>
                        <a:close/>
                      </a:path>
                    </a:pathLst>
                  </a:custGeom>
                  <a:noFill/>
                  <a:ln>
                    <a:solidFill>
                      <a:srgbClr val="E9713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nl-NL" sz="1800" b="0" strike="noStrike" spc="-1">
                      <a:solidFill>
                        <a:schemeClr val="lt1"/>
                      </a:solidFill>
                      <a:latin typeface="Aptos"/>
                    </a:endParaRPr>
                  </a:p>
                </p:txBody>
              </p:sp>
              <p:sp>
                <p:nvSpPr>
                  <p:cNvPr id="313" name="Rectangle: Rounded Corners 171"/>
                  <p:cNvSpPr/>
                  <p:nvPr/>
                </p:nvSpPr>
                <p:spPr>
                  <a:xfrm>
                    <a:off x="7970040" y="1847160"/>
                    <a:ext cx="2884320" cy="3166560"/>
                  </a:xfrm>
                  <a:custGeom>
                    <a:avLst/>
                    <a:gdLst>
                      <a:gd name="textAreaLeft" fmla="*/ 0 w 2884320"/>
                      <a:gd name="textAreaRight" fmla="*/ 2884680 w 2884320"/>
                      <a:gd name="textAreaTop" fmla="*/ 0 h 3166560"/>
                      <a:gd name="textAreaBottom" fmla="*/ 3166920 h 3166560"/>
                    </a:gdLst>
                    <a:ahLst/>
                    <a:cxnLst/>
                    <a:rect l="textAreaLeft" t="textAreaTop" r="textAreaRight" b="textAreaBottom"/>
                    <a:pathLst>
                      <a:path w="2939485" h="3167006">
                        <a:moveTo>
                          <a:pt x="0" y="261820"/>
                        </a:moveTo>
                        <a:cubicBezTo>
                          <a:pt x="0" y="117221"/>
                          <a:pt x="117221" y="0"/>
                          <a:pt x="261820" y="0"/>
                        </a:cubicBezTo>
                        <a:lnTo>
                          <a:pt x="2677665" y="0"/>
                        </a:lnTo>
                        <a:cubicBezTo>
                          <a:pt x="2822264" y="0"/>
                          <a:pt x="2939485" y="117221"/>
                          <a:pt x="2939485" y="261820"/>
                        </a:cubicBezTo>
                        <a:lnTo>
                          <a:pt x="2882872" y="1590880"/>
                        </a:lnTo>
                        <a:lnTo>
                          <a:pt x="2939485" y="2905186"/>
                        </a:lnTo>
                        <a:cubicBezTo>
                          <a:pt x="2939485" y="3049785"/>
                          <a:pt x="2822264" y="3167006"/>
                          <a:pt x="2677665" y="3167006"/>
                        </a:cubicBezTo>
                        <a:lnTo>
                          <a:pt x="261820" y="3167006"/>
                        </a:lnTo>
                        <a:cubicBezTo>
                          <a:pt x="117221" y="3167006"/>
                          <a:pt x="0" y="3049785"/>
                          <a:pt x="0" y="2905186"/>
                        </a:cubicBezTo>
                        <a:lnTo>
                          <a:pt x="0" y="261820"/>
                        </a:lnTo>
                        <a:close/>
                      </a:path>
                    </a:pathLst>
                  </a:custGeom>
                  <a:noFill/>
                  <a:ln>
                    <a:solidFill>
                      <a:srgbClr val="E9713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nl-NL" sz="1800" b="0" strike="noStrike" spc="-1">
                      <a:solidFill>
                        <a:schemeClr val="lt1"/>
                      </a:solidFill>
                      <a:latin typeface="Aptos"/>
                    </a:endParaRPr>
                  </a:p>
                </p:txBody>
              </p:sp>
              <p:sp>
                <p:nvSpPr>
                  <p:cNvPr id="314" name="Rectangle: Rounded Corners 172"/>
                  <p:cNvSpPr/>
                  <p:nvPr/>
                </p:nvSpPr>
                <p:spPr>
                  <a:xfrm>
                    <a:off x="7773840" y="1694880"/>
                    <a:ext cx="3222360" cy="3522960"/>
                  </a:xfrm>
                  <a:custGeom>
                    <a:avLst/>
                    <a:gdLst>
                      <a:gd name="textAreaLeft" fmla="*/ 0 w 3222360"/>
                      <a:gd name="textAreaRight" fmla="*/ 3222720 w 3222360"/>
                      <a:gd name="textAreaTop" fmla="*/ 0 h 3522960"/>
                      <a:gd name="textAreaBottom" fmla="*/ 3523320 h 3522960"/>
                    </a:gdLst>
                    <a:ahLst/>
                    <a:cxnLst/>
                    <a:rect l="textAreaLeft" t="textAreaTop" r="textAreaRight" b="textAreaBottom"/>
                    <a:pathLst>
                      <a:path w="3222668" h="3523375">
                        <a:moveTo>
                          <a:pt x="0" y="287043"/>
                        </a:moveTo>
                        <a:cubicBezTo>
                          <a:pt x="0" y="128514"/>
                          <a:pt x="128514" y="0"/>
                          <a:pt x="287043" y="0"/>
                        </a:cubicBezTo>
                        <a:lnTo>
                          <a:pt x="2935625" y="0"/>
                        </a:lnTo>
                        <a:cubicBezTo>
                          <a:pt x="3094154" y="0"/>
                          <a:pt x="3222668" y="128514"/>
                          <a:pt x="3222668" y="287043"/>
                        </a:cubicBezTo>
                        <a:cubicBezTo>
                          <a:pt x="3221687" y="796318"/>
                          <a:pt x="3068307" y="1248444"/>
                          <a:pt x="3067326" y="1757719"/>
                        </a:cubicBezTo>
                        <a:cubicBezTo>
                          <a:pt x="3068307" y="2231540"/>
                          <a:pt x="3221687" y="2762511"/>
                          <a:pt x="3222668" y="3236332"/>
                        </a:cubicBezTo>
                        <a:cubicBezTo>
                          <a:pt x="3222668" y="3394861"/>
                          <a:pt x="3094154" y="3523375"/>
                          <a:pt x="2935625" y="3523375"/>
                        </a:cubicBezTo>
                        <a:lnTo>
                          <a:pt x="287043" y="3523375"/>
                        </a:lnTo>
                        <a:cubicBezTo>
                          <a:pt x="128514" y="3523375"/>
                          <a:pt x="0" y="3394861"/>
                          <a:pt x="0" y="3236332"/>
                        </a:cubicBezTo>
                        <a:lnTo>
                          <a:pt x="0" y="287043"/>
                        </a:lnTo>
                        <a:close/>
                      </a:path>
                    </a:pathLst>
                  </a:custGeom>
                  <a:noFill/>
                  <a:ln>
                    <a:solidFill>
                      <a:srgbClr val="E9713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nl-NL" sz="1800" b="0" strike="noStrike" spc="-1">
                      <a:solidFill>
                        <a:schemeClr val="lt1"/>
                      </a:solidFill>
                      <a:latin typeface="Aptos"/>
                    </a:endParaRPr>
                  </a:p>
                </p:txBody>
              </p:sp>
            </p:grpSp>
            <p:sp>
              <p:nvSpPr>
                <p:cNvPr id="315" name="Rectangle 174"/>
                <p:cNvSpPr/>
                <p:nvPr/>
              </p:nvSpPr>
              <p:spPr>
                <a:xfrm>
                  <a:off x="10620000" y="3332160"/>
                  <a:ext cx="303480" cy="2941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nl-NL"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  <p:grpSp>
            <p:nvGrpSpPr>
              <p:cNvPr id="316" name="Group 180"/>
              <p:cNvGrpSpPr/>
              <p:nvPr/>
            </p:nvGrpSpPr>
            <p:grpSpPr>
              <a:xfrm>
                <a:off x="9298080" y="1654200"/>
                <a:ext cx="77400" cy="700200"/>
                <a:chOff x="9298080" y="1654200"/>
                <a:chExt cx="77400" cy="700200"/>
              </a:xfrm>
            </p:grpSpPr>
            <p:sp>
              <p:nvSpPr>
                <p:cNvPr id="317" name="Isosceles Triangle 176"/>
                <p:cNvSpPr/>
                <p:nvPr/>
              </p:nvSpPr>
              <p:spPr>
                <a:xfrm rot="16200000" flipH="1">
                  <a:off x="9297720" y="165420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18" name="Isosceles Triangle 177"/>
                <p:cNvSpPr/>
                <p:nvPr/>
              </p:nvSpPr>
              <p:spPr>
                <a:xfrm rot="16200000" flipH="1">
                  <a:off x="9297720" y="180576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19" name="Isosceles Triangle 178"/>
                <p:cNvSpPr/>
                <p:nvPr/>
              </p:nvSpPr>
              <p:spPr>
                <a:xfrm rot="16200000" flipH="1">
                  <a:off x="9297720" y="203544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20" name="Isosceles Triangle 179"/>
                <p:cNvSpPr/>
                <p:nvPr/>
              </p:nvSpPr>
              <p:spPr>
                <a:xfrm rot="16200000" flipH="1">
                  <a:off x="9297720" y="227700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  <p:grpSp>
            <p:nvGrpSpPr>
              <p:cNvPr id="321" name="Group 181"/>
              <p:cNvGrpSpPr/>
              <p:nvPr/>
            </p:nvGrpSpPr>
            <p:grpSpPr>
              <a:xfrm>
                <a:off x="7733880" y="3456720"/>
                <a:ext cx="690840" cy="77400"/>
                <a:chOff x="7733880" y="3456720"/>
                <a:chExt cx="690840" cy="77400"/>
              </a:xfrm>
            </p:grpSpPr>
            <p:sp>
              <p:nvSpPr>
                <p:cNvPr id="322" name="Isosceles Triangle 182"/>
                <p:cNvSpPr/>
                <p:nvPr/>
              </p:nvSpPr>
              <p:spPr>
                <a:xfrm rot="10800000" flipH="1">
                  <a:off x="7733520" y="345672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23" name="Isosceles Triangle 183"/>
                <p:cNvSpPr/>
                <p:nvPr/>
              </p:nvSpPr>
              <p:spPr>
                <a:xfrm rot="10800000" flipH="1">
                  <a:off x="7932600" y="345672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24" name="Isosceles Triangle 184"/>
                <p:cNvSpPr/>
                <p:nvPr/>
              </p:nvSpPr>
              <p:spPr>
                <a:xfrm rot="10800000" flipH="1">
                  <a:off x="8135640" y="345672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25" name="Isosceles Triangle 185"/>
                <p:cNvSpPr/>
                <p:nvPr/>
              </p:nvSpPr>
              <p:spPr>
                <a:xfrm rot="10800000" flipH="1">
                  <a:off x="8346960" y="345672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  <p:grpSp>
            <p:nvGrpSpPr>
              <p:cNvPr id="326" name="Group 186"/>
              <p:cNvGrpSpPr/>
              <p:nvPr/>
            </p:nvGrpSpPr>
            <p:grpSpPr>
              <a:xfrm>
                <a:off x="9422280" y="4525920"/>
                <a:ext cx="77400" cy="735120"/>
                <a:chOff x="9422280" y="4525920"/>
                <a:chExt cx="77400" cy="735120"/>
              </a:xfrm>
            </p:grpSpPr>
            <p:sp>
              <p:nvSpPr>
                <p:cNvPr id="327" name="Isosceles Triangle 187"/>
                <p:cNvSpPr/>
                <p:nvPr/>
              </p:nvSpPr>
              <p:spPr>
                <a:xfrm rot="5400000" flipH="1">
                  <a:off x="9421920" y="518364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28" name="Isosceles Triangle 188"/>
                <p:cNvSpPr/>
                <p:nvPr/>
              </p:nvSpPr>
              <p:spPr>
                <a:xfrm rot="5400000" flipH="1">
                  <a:off x="9421920" y="497196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29" name="Isosceles Triangle 189"/>
                <p:cNvSpPr/>
                <p:nvPr/>
              </p:nvSpPr>
              <p:spPr>
                <a:xfrm rot="5400000" flipH="1">
                  <a:off x="9421920" y="474192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30" name="Isosceles Triangle 190"/>
                <p:cNvSpPr/>
                <p:nvPr/>
              </p:nvSpPr>
              <p:spPr>
                <a:xfrm rot="5400000" flipH="1">
                  <a:off x="9421920" y="452592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</p:grpSp>
        <p:grpSp>
          <p:nvGrpSpPr>
            <p:cNvPr id="331" name="Group 166"/>
            <p:cNvGrpSpPr/>
            <p:nvPr/>
          </p:nvGrpSpPr>
          <p:grpSpPr>
            <a:xfrm>
              <a:off x="10532160" y="3326400"/>
              <a:ext cx="479880" cy="320040"/>
              <a:chOff x="10532160" y="3326400"/>
              <a:chExt cx="479880" cy="320040"/>
            </a:xfrm>
          </p:grpSpPr>
          <p:grpSp>
            <p:nvGrpSpPr>
              <p:cNvPr id="332" name="Group 159"/>
              <p:cNvGrpSpPr/>
              <p:nvPr/>
            </p:nvGrpSpPr>
            <p:grpSpPr>
              <a:xfrm>
                <a:off x="10532160" y="3326400"/>
                <a:ext cx="175320" cy="318960"/>
                <a:chOff x="10532160" y="3326400"/>
                <a:chExt cx="175320" cy="318960"/>
              </a:xfrm>
            </p:grpSpPr>
            <p:sp>
              <p:nvSpPr>
                <p:cNvPr id="333" name="Isosceles Triangle 111"/>
                <p:cNvSpPr/>
                <p:nvPr/>
              </p:nvSpPr>
              <p:spPr>
                <a:xfrm rot="10800000" flipH="1">
                  <a:off x="10623600" y="344016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34" name="Isosceles Triangle 113"/>
                <p:cNvSpPr/>
                <p:nvPr/>
              </p:nvSpPr>
              <p:spPr>
                <a:xfrm rot="10800000" flipH="1">
                  <a:off x="10531800" y="3440160"/>
                  <a:ext cx="7740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35" name="Free-form: Shape 133"/>
                <p:cNvSpPr/>
                <p:nvPr/>
              </p:nvSpPr>
              <p:spPr>
                <a:xfrm>
                  <a:off x="10569600" y="3326400"/>
                  <a:ext cx="84600" cy="318960"/>
                </a:xfrm>
                <a:custGeom>
                  <a:avLst/>
                  <a:gdLst>
                    <a:gd name="textAreaLeft" fmla="*/ 0 w 84600"/>
                    <a:gd name="textAreaRight" fmla="*/ 84960 w 84600"/>
                    <a:gd name="textAreaTop" fmla="*/ 0 h 318960"/>
                    <a:gd name="textAreaBottom" fmla="*/ 319320 h 318960"/>
                  </a:gdLst>
                  <a:ahLst/>
                  <a:cxnLst/>
                  <a:rect l="textAreaLeft" t="textAreaTop" r="textAreaRight" b="textAreaBottom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 w="12700">
                  <a:solidFill>
                    <a:srgbClr val="E9713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36" name="Free-form: Shape 134"/>
                <p:cNvSpPr/>
                <p:nvPr/>
              </p:nvSpPr>
              <p:spPr>
                <a:xfrm>
                  <a:off x="10662120" y="3326400"/>
                  <a:ext cx="45360" cy="299520"/>
                </a:xfrm>
                <a:custGeom>
                  <a:avLst/>
                  <a:gdLst>
                    <a:gd name="textAreaLeft" fmla="*/ 0 w 45360"/>
                    <a:gd name="textAreaRight" fmla="*/ 45720 w 45360"/>
                    <a:gd name="textAreaTop" fmla="*/ 0 h 299520"/>
                    <a:gd name="textAreaBottom" fmla="*/ 299880 h 299520"/>
                  </a:gdLst>
                  <a:ahLst/>
                  <a:cxnLst/>
                  <a:rect l="textAreaLeft" t="textAreaTop" r="textAreaRight" b="textAreaBottom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 w="12700">
                  <a:solidFill>
                    <a:srgbClr val="E9713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  <p:cxnSp>
            <p:nvCxnSpPr>
              <p:cNvPr id="337" name="Straight Connector 130"/>
              <p:cNvCxnSpPr/>
              <p:nvPr/>
            </p:nvCxnSpPr>
            <p:spPr>
              <a:xfrm>
                <a:off x="10771560" y="3331800"/>
                <a:ext cx="360" cy="294840"/>
              </a:xfrm>
              <a:prstGeom prst="straightConnector1">
                <a:avLst/>
              </a:prstGeom>
              <a:ln w="12700">
                <a:solidFill>
                  <a:srgbClr val="E97132"/>
                </a:solidFill>
              </a:ln>
            </p:spPr>
          </p:cxnSp>
          <p:grpSp>
            <p:nvGrpSpPr>
              <p:cNvPr id="338" name="Group 160"/>
              <p:cNvGrpSpPr/>
              <p:nvPr/>
            </p:nvGrpSpPr>
            <p:grpSpPr>
              <a:xfrm>
                <a:off x="10807200" y="3327480"/>
                <a:ext cx="204840" cy="318960"/>
                <a:chOff x="10807200" y="3327480"/>
                <a:chExt cx="204840" cy="318960"/>
              </a:xfrm>
            </p:grpSpPr>
            <p:sp>
              <p:nvSpPr>
                <p:cNvPr id="339" name="Isosceles Triangle 161"/>
                <p:cNvSpPr/>
                <p:nvPr/>
              </p:nvSpPr>
              <p:spPr>
                <a:xfrm rot="10800000">
                  <a:off x="10820880" y="3441240"/>
                  <a:ext cx="8964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40" name="Isosceles Triangle 162"/>
                <p:cNvSpPr/>
                <p:nvPr/>
              </p:nvSpPr>
              <p:spPr>
                <a:xfrm rot="10800000">
                  <a:off x="10922400" y="3441240"/>
                  <a:ext cx="89640" cy="774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-6120" rIns="90000" bIns="-61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41" name="Free-form: Shape 163"/>
                <p:cNvSpPr/>
                <p:nvPr/>
              </p:nvSpPr>
              <p:spPr>
                <a:xfrm flipH="1">
                  <a:off x="10870560" y="3327480"/>
                  <a:ext cx="97920" cy="318960"/>
                </a:xfrm>
                <a:custGeom>
                  <a:avLst/>
                  <a:gdLst>
                    <a:gd name="textAreaLeft" fmla="*/ 360 w 97920"/>
                    <a:gd name="textAreaRight" fmla="*/ 98640 w 97920"/>
                    <a:gd name="textAreaTop" fmla="*/ 0 h 318960"/>
                    <a:gd name="textAreaBottom" fmla="*/ 319320 h 318960"/>
                  </a:gdLst>
                  <a:ahLst/>
                  <a:cxnLst/>
                  <a:rect l="textAreaLeft" t="textAreaTop" r="textAreaRight" b="textAreaBottom"/>
                  <a:pathLst>
                    <a:path w="75600" h="480060">
                      <a:moveTo>
                        <a:pt x="57820" y="0"/>
                      </a:moveTo>
                      <a:cubicBezTo>
                        <a:pt x="22366" y="41275"/>
                        <a:pt x="-1023" y="108585"/>
                        <a:pt x="35" y="215265"/>
                      </a:cubicBezTo>
                      <a:cubicBezTo>
                        <a:pt x="1093" y="321945"/>
                        <a:pt x="36442" y="421323"/>
                        <a:pt x="75600" y="480060"/>
                      </a:cubicBezTo>
                    </a:path>
                  </a:pathLst>
                </a:custGeom>
                <a:noFill/>
                <a:ln w="12700">
                  <a:solidFill>
                    <a:srgbClr val="E9713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  <p:sp>
              <p:nvSpPr>
                <p:cNvPr id="342" name="Free-form: Shape 164"/>
                <p:cNvSpPr/>
                <p:nvPr/>
              </p:nvSpPr>
              <p:spPr>
                <a:xfrm flipH="1">
                  <a:off x="10806840" y="3327480"/>
                  <a:ext cx="58680" cy="294120"/>
                </a:xfrm>
                <a:custGeom>
                  <a:avLst/>
                  <a:gdLst>
                    <a:gd name="textAreaLeft" fmla="*/ -360 w 58680"/>
                    <a:gd name="textAreaRight" fmla="*/ 58680 w 58680"/>
                    <a:gd name="textAreaTop" fmla="*/ 0 h 294120"/>
                    <a:gd name="textAreaBottom" fmla="*/ 294480 h 294120"/>
                  </a:gdLst>
                  <a:ahLst/>
                  <a:cxnLst/>
                  <a:rect l="textAreaLeft" t="textAreaTop" r="textAreaRight" b="textAreaBottom"/>
                  <a:pathLst>
                    <a:path w="66058" h="480060">
                      <a:moveTo>
                        <a:pt x="48278" y="0"/>
                      </a:moveTo>
                      <a:cubicBezTo>
                        <a:pt x="12824" y="41275"/>
                        <a:pt x="865" y="163830"/>
                        <a:pt x="18" y="224790"/>
                      </a:cubicBezTo>
                      <a:cubicBezTo>
                        <a:pt x="-829" y="285750"/>
                        <a:pt x="26900" y="421323"/>
                        <a:pt x="66058" y="480060"/>
                      </a:cubicBezTo>
                    </a:path>
                  </a:pathLst>
                </a:custGeom>
                <a:noFill/>
                <a:ln w="12700">
                  <a:solidFill>
                    <a:srgbClr val="E9713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sz="1800" b="0" strike="noStrike" spc="-1">
                    <a:solidFill>
                      <a:schemeClr val="lt1"/>
                    </a:solidFill>
                    <a:latin typeface="Aptos"/>
                  </a:endParaRPr>
                </a:p>
              </p:txBody>
            </p:sp>
          </p:grpSp>
          <p:sp>
            <p:nvSpPr>
              <p:cNvPr id="343" name="Isosceles Triangle 110"/>
              <p:cNvSpPr/>
              <p:nvPr/>
            </p:nvSpPr>
            <p:spPr>
              <a:xfrm rot="10800000" flipH="1">
                <a:off x="10734120" y="3443400"/>
                <a:ext cx="77400" cy="77400"/>
              </a:xfrm>
              <a:prstGeom prst="triangle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-6120" rIns="90000" bIns="-61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sz="1800" b="0" strike="noStrike" spc="-1">
                  <a:solidFill>
                    <a:schemeClr val="lt1"/>
                  </a:solidFill>
                  <a:latin typeface="Aptos"/>
                </a:endParaRPr>
              </a:p>
            </p:txBody>
          </p:sp>
        </p:grpSp>
        <p:grpSp>
          <p:nvGrpSpPr>
            <p:cNvPr id="344" name="Group 4"/>
            <p:cNvGrpSpPr/>
            <p:nvPr/>
          </p:nvGrpSpPr>
          <p:grpSpPr>
            <a:xfrm>
              <a:off x="7591320" y="1578600"/>
              <a:ext cx="3605760" cy="1753560"/>
              <a:chOff x="7591320" y="1578600"/>
              <a:chExt cx="3605760" cy="1753560"/>
            </a:xfrm>
          </p:grpSpPr>
          <p:cxnSp>
            <p:nvCxnSpPr>
              <p:cNvPr id="345" name="Straight Connector 5"/>
              <p:cNvCxnSpPr/>
              <p:nvPr/>
            </p:nvCxnSpPr>
            <p:spPr>
              <a:xfrm flipV="1">
                <a:off x="7591680" y="1578600"/>
                <a:ext cx="360" cy="166824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46" name="Straight Connector 6"/>
              <p:cNvCxnSpPr/>
              <p:nvPr/>
            </p:nvCxnSpPr>
            <p:spPr>
              <a:xfrm flipH="1">
                <a:off x="7591320" y="1578600"/>
                <a:ext cx="3606120" cy="3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47" name="Straight Connector 7"/>
              <p:cNvCxnSpPr/>
              <p:nvPr/>
            </p:nvCxnSpPr>
            <p:spPr>
              <a:xfrm flipV="1">
                <a:off x="8540280" y="2510640"/>
                <a:ext cx="360" cy="73620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48" name="Straight Connector 8"/>
              <p:cNvCxnSpPr/>
              <p:nvPr/>
            </p:nvCxnSpPr>
            <p:spPr>
              <a:xfrm flipH="1">
                <a:off x="8533440" y="2510640"/>
                <a:ext cx="1731600" cy="3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49" name="Straight Connector 9"/>
              <p:cNvCxnSpPr/>
              <p:nvPr/>
            </p:nvCxnSpPr>
            <p:spPr>
              <a:xfrm flipV="1">
                <a:off x="11194560" y="1578600"/>
                <a:ext cx="360" cy="93240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50" name="Straight Connector 10"/>
              <p:cNvCxnSpPr/>
              <p:nvPr/>
            </p:nvCxnSpPr>
            <p:spPr>
              <a:xfrm flipV="1">
                <a:off x="10866240" y="2509200"/>
                <a:ext cx="328680" cy="82332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51" name="Straight Connector 11"/>
              <p:cNvCxnSpPr/>
              <p:nvPr/>
            </p:nvCxnSpPr>
            <p:spPr>
              <a:xfrm flipH="1" flipV="1">
                <a:off x="10257480" y="2509200"/>
                <a:ext cx="392040" cy="82332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52" name="Straight Connector 12"/>
              <p:cNvCxnSpPr/>
              <p:nvPr/>
            </p:nvCxnSpPr>
            <p:spPr>
              <a:xfrm flipH="1">
                <a:off x="10641240" y="3332160"/>
                <a:ext cx="234720" cy="36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</a:ln>
            </p:spPr>
          </p:cxnSp>
        </p:grpSp>
        <p:grpSp>
          <p:nvGrpSpPr>
            <p:cNvPr id="353" name="Group 13"/>
            <p:cNvGrpSpPr/>
            <p:nvPr/>
          </p:nvGrpSpPr>
          <p:grpSpPr>
            <a:xfrm>
              <a:off x="7590960" y="3623040"/>
              <a:ext cx="3606120" cy="1752840"/>
              <a:chOff x="7590960" y="3623040"/>
              <a:chExt cx="3606120" cy="1752840"/>
            </a:xfrm>
          </p:grpSpPr>
          <p:cxnSp>
            <p:nvCxnSpPr>
              <p:cNvPr id="354" name="Straight Connector 14"/>
              <p:cNvCxnSpPr/>
              <p:nvPr/>
            </p:nvCxnSpPr>
            <p:spPr>
              <a:xfrm>
                <a:off x="7591680" y="3708720"/>
                <a:ext cx="360" cy="166752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55" name="Straight Connector 15"/>
              <p:cNvCxnSpPr/>
              <p:nvPr/>
            </p:nvCxnSpPr>
            <p:spPr>
              <a:xfrm flipH="1">
                <a:off x="7590960" y="5375880"/>
                <a:ext cx="3606480" cy="3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56" name="Straight Connector 16"/>
              <p:cNvCxnSpPr/>
              <p:nvPr/>
            </p:nvCxnSpPr>
            <p:spPr>
              <a:xfrm>
                <a:off x="8539920" y="3708720"/>
                <a:ext cx="360" cy="73584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57" name="Straight Connector 17"/>
              <p:cNvCxnSpPr/>
              <p:nvPr/>
            </p:nvCxnSpPr>
            <p:spPr>
              <a:xfrm flipH="1">
                <a:off x="8533440" y="4444200"/>
                <a:ext cx="1731240" cy="3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58" name="Straight Connector 18"/>
              <p:cNvCxnSpPr/>
              <p:nvPr/>
            </p:nvCxnSpPr>
            <p:spPr>
              <a:xfrm>
                <a:off x="11194200" y="4444200"/>
                <a:ext cx="360" cy="93204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59" name="Straight Connector 19"/>
              <p:cNvCxnSpPr/>
              <p:nvPr/>
            </p:nvCxnSpPr>
            <p:spPr>
              <a:xfrm>
                <a:off x="10866240" y="3623040"/>
                <a:ext cx="328680" cy="8229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60" name="Straight Connector 20"/>
              <p:cNvCxnSpPr/>
              <p:nvPr/>
            </p:nvCxnSpPr>
            <p:spPr>
              <a:xfrm flipH="1">
                <a:off x="10257480" y="3623040"/>
                <a:ext cx="392040" cy="8229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61" name="Straight Connector 21"/>
              <p:cNvCxnSpPr/>
              <p:nvPr/>
            </p:nvCxnSpPr>
            <p:spPr>
              <a:xfrm flipH="1">
                <a:off x="10640880" y="3623040"/>
                <a:ext cx="235080" cy="36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</a:ln>
            </p:spPr>
          </p:cxnSp>
        </p:grpSp>
        <p:sp>
          <p:nvSpPr>
            <p:cNvPr id="362" name="TextBox 192"/>
            <p:cNvSpPr/>
            <p:nvPr/>
          </p:nvSpPr>
          <p:spPr>
            <a:xfrm>
              <a:off x="8564400" y="3266640"/>
              <a:ext cx="338040" cy="43056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" name="Group 271"/>
          <p:cNvGrpSpPr/>
          <p:nvPr/>
        </p:nvGrpSpPr>
        <p:grpSpPr>
          <a:xfrm>
            <a:off x="624240" y="1202760"/>
            <a:ext cx="6143040" cy="4447800"/>
            <a:chOff x="624240" y="1202760"/>
            <a:chExt cx="6143040" cy="4447800"/>
          </a:xfrm>
        </p:grpSpPr>
        <p:sp>
          <p:nvSpPr>
            <p:cNvPr id="364" name="TextBox 196"/>
            <p:cNvSpPr/>
            <p:nvPr/>
          </p:nvSpPr>
          <p:spPr>
            <a:xfrm>
              <a:off x="3587400" y="2058840"/>
              <a:ext cx="288000" cy="30132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5" name="Rectangle 198"/>
            <p:cNvSpPr/>
            <p:nvPr/>
          </p:nvSpPr>
          <p:spPr>
            <a:xfrm>
              <a:off x="1863360" y="3165120"/>
              <a:ext cx="948600" cy="457200"/>
            </a:xfrm>
            <a:prstGeom prst="rect">
              <a:avLst/>
            </a:prstGeom>
            <a:solidFill>
              <a:srgbClr val="156082"/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grpSp>
          <p:nvGrpSpPr>
            <p:cNvPr id="366" name="Group 199"/>
            <p:cNvGrpSpPr/>
            <p:nvPr/>
          </p:nvGrpSpPr>
          <p:grpSpPr>
            <a:xfrm>
              <a:off x="1863000" y="1496880"/>
              <a:ext cx="3606120" cy="1753560"/>
              <a:chOff x="1863000" y="1496880"/>
              <a:chExt cx="3606120" cy="1753560"/>
            </a:xfrm>
          </p:grpSpPr>
          <p:cxnSp>
            <p:nvCxnSpPr>
              <p:cNvPr id="367" name="Straight Connector 228"/>
              <p:cNvCxnSpPr/>
              <p:nvPr/>
            </p:nvCxnSpPr>
            <p:spPr>
              <a:xfrm flipV="1">
                <a:off x="1863720" y="1496880"/>
                <a:ext cx="360" cy="166824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68" name="Straight Connector 229"/>
              <p:cNvCxnSpPr/>
              <p:nvPr/>
            </p:nvCxnSpPr>
            <p:spPr>
              <a:xfrm flipH="1">
                <a:off x="1863000" y="1496880"/>
                <a:ext cx="3606480" cy="3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69" name="Straight Connector 230"/>
              <p:cNvCxnSpPr/>
              <p:nvPr/>
            </p:nvCxnSpPr>
            <p:spPr>
              <a:xfrm flipV="1">
                <a:off x="2811960" y="2428560"/>
                <a:ext cx="360" cy="7365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70" name="Straight Connector 231"/>
              <p:cNvCxnSpPr/>
              <p:nvPr/>
            </p:nvCxnSpPr>
            <p:spPr>
              <a:xfrm flipH="1">
                <a:off x="2805480" y="2428560"/>
                <a:ext cx="1731240" cy="3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71" name="Straight Connector 232"/>
              <p:cNvCxnSpPr/>
              <p:nvPr/>
            </p:nvCxnSpPr>
            <p:spPr>
              <a:xfrm flipV="1">
                <a:off x="5466240" y="1496880"/>
                <a:ext cx="360" cy="93204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72" name="Straight Connector 233"/>
              <p:cNvCxnSpPr/>
              <p:nvPr/>
            </p:nvCxnSpPr>
            <p:spPr>
              <a:xfrm flipV="1">
                <a:off x="5138280" y="2427480"/>
                <a:ext cx="328680" cy="82332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73" name="Straight Connector 234"/>
              <p:cNvCxnSpPr/>
              <p:nvPr/>
            </p:nvCxnSpPr>
            <p:spPr>
              <a:xfrm flipH="1" flipV="1">
                <a:off x="4529520" y="2427480"/>
                <a:ext cx="392040" cy="82332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74" name="Straight Connector 235"/>
              <p:cNvCxnSpPr/>
              <p:nvPr/>
            </p:nvCxnSpPr>
            <p:spPr>
              <a:xfrm flipH="1">
                <a:off x="4913280" y="3250440"/>
                <a:ext cx="234720" cy="3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</p:grpSp>
        <p:grpSp>
          <p:nvGrpSpPr>
            <p:cNvPr id="375" name="Group 200"/>
            <p:cNvGrpSpPr/>
            <p:nvPr/>
          </p:nvGrpSpPr>
          <p:grpSpPr>
            <a:xfrm>
              <a:off x="1863000" y="3540960"/>
              <a:ext cx="3606120" cy="1753200"/>
              <a:chOff x="1863000" y="3540960"/>
              <a:chExt cx="3606120" cy="1753200"/>
            </a:xfrm>
          </p:grpSpPr>
          <p:cxnSp>
            <p:nvCxnSpPr>
              <p:cNvPr id="376" name="Straight Connector 220"/>
              <p:cNvCxnSpPr/>
              <p:nvPr/>
            </p:nvCxnSpPr>
            <p:spPr>
              <a:xfrm>
                <a:off x="1863360" y="3626640"/>
                <a:ext cx="360" cy="166788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77" name="Straight Connector 221"/>
              <p:cNvCxnSpPr/>
              <p:nvPr/>
            </p:nvCxnSpPr>
            <p:spPr>
              <a:xfrm flipH="1">
                <a:off x="1863000" y="5294160"/>
                <a:ext cx="3606480" cy="3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78" name="Straight Connector 222"/>
              <p:cNvCxnSpPr/>
              <p:nvPr/>
            </p:nvCxnSpPr>
            <p:spPr>
              <a:xfrm>
                <a:off x="2811960" y="3626640"/>
                <a:ext cx="360" cy="73620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79" name="Straight Connector 223"/>
              <p:cNvCxnSpPr/>
              <p:nvPr/>
            </p:nvCxnSpPr>
            <p:spPr>
              <a:xfrm flipH="1">
                <a:off x="2805480" y="4362480"/>
                <a:ext cx="1731240" cy="3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80" name="Straight Connector 224"/>
              <p:cNvCxnSpPr/>
              <p:nvPr/>
            </p:nvCxnSpPr>
            <p:spPr>
              <a:xfrm>
                <a:off x="5466240" y="4362480"/>
                <a:ext cx="360" cy="93204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81" name="Straight Connector 225"/>
              <p:cNvCxnSpPr/>
              <p:nvPr/>
            </p:nvCxnSpPr>
            <p:spPr>
              <a:xfrm>
                <a:off x="5138280" y="3540960"/>
                <a:ext cx="328680" cy="82332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82" name="Straight Connector 226"/>
              <p:cNvCxnSpPr/>
              <p:nvPr/>
            </p:nvCxnSpPr>
            <p:spPr>
              <a:xfrm flipH="1">
                <a:off x="4529520" y="3540960"/>
                <a:ext cx="392040" cy="82332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  <p:cxnSp>
            <p:nvCxnSpPr>
              <p:cNvPr id="383" name="Straight Connector 227"/>
              <p:cNvCxnSpPr/>
              <p:nvPr/>
            </p:nvCxnSpPr>
            <p:spPr>
              <a:xfrm flipH="1">
                <a:off x="4912920" y="3540960"/>
                <a:ext cx="235080" cy="36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</a:ln>
            </p:spPr>
          </p:cxnSp>
        </p:grpSp>
        <p:sp>
          <p:nvSpPr>
            <p:cNvPr id="384" name="Isosceles Triangle 201"/>
            <p:cNvSpPr/>
            <p:nvPr/>
          </p:nvSpPr>
          <p:spPr>
            <a:xfrm>
              <a:off x="2241360" y="3282120"/>
              <a:ext cx="194040" cy="16704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8880" rIns="9000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385" name="Isosceles Triangle 202"/>
            <p:cNvSpPr/>
            <p:nvPr/>
          </p:nvSpPr>
          <p:spPr>
            <a:xfrm rot="10800000">
              <a:off x="4935240" y="2846160"/>
              <a:ext cx="194040" cy="16704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8880" rIns="9000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386" name="Isosceles Triangle 203"/>
            <p:cNvSpPr/>
            <p:nvPr/>
          </p:nvSpPr>
          <p:spPr>
            <a:xfrm rot="5400000">
              <a:off x="3574080" y="1809720"/>
              <a:ext cx="194040" cy="16704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8880" rIns="9000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387" name="Isosceles Triangle 204"/>
            <p:cNvSpPr/>
            <p:nvPr/>
          </p:nvSpPr>
          <p:spPr>
            <a:xfrm rot="16200000">
              <a:off x="3555000" y="4754880"/>
              <a:ext cx="194040" cy="16704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38880" rIns="90000" bIns="3888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388" name="TextBox 205"/>
            <p:cNvSpPr/>
            <p:nvPr/>
          </p:nvSpPr>
          <p:spPr>
            <a:xfrm>
              <a:off x="624240" y="3241800"/>
              <a:ext cx="1315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400" b="0" strike="noStrike" spc="-1">
                  <a:solidFill>
                    <a:schemeClr val="dk1"/>
                  </a:solidFill>
                  <a:latin typeface="Aptos"/>
                </a:rPr>
                <a:t>Nd-magneet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" name="TextBox 206"/>
            <p:cNvSpPr/>
            <p:nvPr/>
          </p:nvSpPr>
          <p:spPr>
            <a:xfrm>
              <a:off x="3200400" y="5347440"/>
              <a:ext cx="110880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400" b="0" strike="noStrike" spc="-1">
                  <a:solidFill>
                    <a:schemeClr val="dk1"/>
                  </a:solidFill>
                  <a:latin typeface="Aptos"/>
                </a:rPr>
                <a:t>Polepiece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" name="TextBox 207"/>
            <p:cNvSpPr/>
            <p:nvPr/>
          </p:nvSpPr>
          <p:spPr>
            <a:xfrm>
              <a:off x="5658480" y="3285720"/>
              <a:ext cx="110880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400" b="0" strike="noStrike" spc="-1">
                  <a:solidFill>
                    <a:schemeClr val="dk1"/>
                  </a:solidFill>
                  <a:latin typeface="Aptos"/>
                </a:rPr>
                <a:t>Gap (lucht)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" name="TextBox 208"/>
            <p:cNvSpPr/>
            <p:nvPr/>
          </p:nvSpPr>
          <p:spPr>
            <a:xfrm>
              <a:off x="3200400" y="1202760"/>
              <a:ext cx="110880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GB" sz="1400" b="0" strike="noStrike" spc="-1">
                  <a:solidFill>
                    <a:schemeClr val="dk1"/>
                  </a:solidFill>
                  <a:latin typeface="Aptos"/>
                </a:rPr>
                <a:t>Polepiece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92" name="Straight Arrow Connector 209"/>
            <p:cNvCxnSpPr/>
            <p:nvPr/>
          </p:nvCxnSpPr>
          <p:spPr>
            <a:xfrm>
              <a:off x="2869560" y="3164760"/>
              <a:ext cx="360" cy="447480"/>
            </a:xfrm>
            <a:prstGeom prst="straightConnector1">
              <a:avLst/>
            </a:prstGeom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</p:cxnSp>
        <p:cxnSp>
          <p:nvCxnSpPr>
            <p:cNvPr id="393" name="Straight Arrow Connector 210"/>
            <p:cNvCxnSpPr/>
            <p:nvPr/>
          </p:nvCxnSpPr>
          <p:spPr>
            <a:xfrm>
              <a:off x="4624920" y="3245400"/>
              <a:ext cx="360" cy="291240"/>
            </a:xfrm>
            <a:prstGeom prst="straightConnector1">
              <a:avLst/>
            </a:prstGeom>
            <a:ln w="28575">
              <a:solidFill>
                <a:srgbClr val="000000"/>
              </a:solidFill>
              <a:headEnd type="triangle" w="med" len="med"/>
              <a:tailEnd type="triangle" w="med" len="med"/>
            </a:ln>
          </p:spPr>
        </p:cxnSp>
        <p:sp>
          <p:nvSpPr>
            <p:cNvPr id="394" name="TextBox 211"/>
            <p:cNvSpPr/>
            <p:nvPr/>
          </p:nvSpPr>
          <p:spPr>
            <a:xfrm>
              <a:off x="2939040" y="3256560"/>
              <a:ext cx="239400" cy="18972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5" name="TextBox 212"/>
            <p:cNvSpPr/>
            <p:nvPr/>
          </p:nvSpPr>
          <p:spPr>
            <a:xfrm>
              <a:off x="4304880" y="3233880"/>
              <a:ext cx="200520" cy="20556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6" name="TextBox 213"/>
            <p:cNvSpPr/>
            <p:nvPr/>
          </p:nvSpPr>
          <p:spPr>
            <a:xfrm>
              <a:off x="5286240" y="2894760"/>
              <a:ext cx="209520" cy="205560"/>
            </a:xfrm>
            <a:prstGeom prst="rect">
              <a:avLst/>
            </a:pr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7" name="TextBox 214"/>
            <p:cNvSpPr/>
            <p:nvPr/>
          </p:nvSpPr>
          <p:spPr>
            <a:xfrm>
              <a:off x="5317200" y="3526200"/>
              <a:ext cx="192240" cy="189720"/>
            </a:xfrm>
            <a:prstGeom prst="rect">
              <a:avLst/>
            </a:pr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8" name="Rectangle: Rounded Corners 215"/>
            <p:cNvSpPr/>
            <p:nvPr/>
          </p:nvSpPr>
          <p:spPr>
            <a:xfrm>
              <a:off x="2341800" y="1893600"/>
              <a:ext cx="2688120" cy="2943720"/>
            </a:xfrm>
            <a:prstGeom prst="roundRect">
              <a:avLst>
                <a:gd name="adj" fmla="val 16667"/>
              </a:avLst>
            </a:prstGeom>
            <a:noFill/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399" name="TextBox 216"/>
            <p:cNvSpPr/>
            <p:nvPr/>
          </p:nvSpPr>
          <p:spPr>
            <a:xfrm>
              <a:off x="2484000" y="2858400"/>
              <a:ext cx="248040" cy="189720"/>
            </a:xfrm>
            <a:prstGeom prst="rect">
              <a:avLst/>
            </a:pr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TextBox 217"/>
            <p:cNvSpPr/>
            <p:nvPr/>
          </p:nvSpPr>
          <p:spPr>
            <a:xfrm>
              <a:off x="2481840" y="3270600"/>
              <a:ext cx="235080" cy="189720"/>
            </a:xfrm>
            <a:prstGeom prst="rect">
              <a:avLst/>
            </a:pr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1" name="TextBox 218"/>
            <p:cNvSpPr/>
            <p:nvPr/>
          </p:nvSpPr>
          <p:spPr>
            <a:xfrm>
              <a:off x="2196360" y="4678200"/>
              <a:ext cx="276840" cy="430560"/>
            </a:xfrm>
            <a:prstGeom prst="rect">
              <a:avLst/>
            </a:pr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02" name="TextBox 274"/>
          <p:cNvSpPr/>
          <p:nvPr/>
        </p:nvSpPr>
        <p:spPr>
          <a:xfrm>
            <a:off x="10027440" y="3065400"/>
            <a:ext cx="664920" cy="27648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nl-NL"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Box 275"/>
          <p:cNvSpPr/>
          <p:nvPr/>
        </p:nvSpPr>
        <p:spPr>
          <a:xfrm>
            <a:off x="10027440" y="3427200"/>
            <a:ext cx="664920" cy="276480"/>
          </a:xfrm>
          <a:prstGeom prst="rect">
            <a:avLst/>
          </a:prstGeom>
          <a:blipFill rotWithShape="0">
            <a:blip r:embed="rId1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nl-NL" sz="1800" b="0" strike="noStrike" spc="-1">
                <a:solidFill>
                  <a:srgbClr val="FFFFFF">
                    <a:alpha val="1000"/>
                  </a:srgbClr>
                </a:solidFill>
                <a:latin typeface="Aptos"/>
              </a:rPr>
              <a:t> 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Isosceles Triangle 276"/>
          <p:cNvSpPr/>
          <p:nvPr/>
        </p:nvSpPr>
        <p:spPr>
          <a:xfrm rot="779400">
            <a:off x="10558800" y="3848040"/>
            <a:ext cx="89640" cy="774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6120" rIns="90000" bIns="-6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05" name="Isosceles Triangle 277"/>
          <p:cNvSpPr/>
          <p:nvPr/>
        </p:nvSpPr>
        <p:spPr>
          <a:xfrm rot="274800">
            <a:off x="10654200" y="3899880"/>
            <a:ext cx="89640" cy="774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6120" rIns="90000" bIns="-6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06" name="Isosceles Triangle 278"/>
          <p:cNvSpPr/>
          <p:nvPr/>
        </p:nvSpPr>
        <p:spPr>
          <a:xfrm rot="21129600">
            <a:off x="10854720" y="4046760"/>
            <a:ext cx="89640" cy="774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6120" rIns="90000" bIns="-6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07" name="Isosceles Triangle 279"/>
          <p:cNvSpPr/>
          <p:nvPr/>
        </p:nvSpPr>
        <p:spPr>
          <a:xfrm>
            <a:off x="10773720" y="3959640"/>
            <a:ext cx="89640" cy="774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6120" rIns="90000" bIns="-6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08" name="Isosceles Triangle 280"/>
          <p:cNvSpPr/>
          <p:nvPr/>
        </p:nvSpPr>
        <p:spPr>
          <a:xfrm rot="310800">
            <a:off x="10820880" y="3071160"/>
            <a:ext cx="89640" cy="774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6120" rIns="90000" bIns="-6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09" name="Isosceles Triangle 281"/>
          <p:cNvSpPr/>
          <p:nvPr/>
        </p:nvSpPr>
        <p:spPr>
          <a:xfrm>
            <a:off x="10773720" y="2974320"/>
            <a:ext cx="89640" cy="774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6120" rIns="90000" bIns="-6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10" name="Isosceles Triangle 282"/>
          <p:cNvSpPr/>
          <p:nvPr/>
        </p:nvSpPr>
        <p:spPr>
          <a:xfrm rot="20792400">
            <a:off x="10534320" y="2806920"/>
            <a:ext cx="89640" cy="774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6120" rIns="90000" bIns="-6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411" name="Isosceles Triangle 283"/>
          <p:cNvSpPr/>
          <p:nvPr/>
        </p:nvSpPr>
        <p:spPr>
          <a:xfrm rot="21048600">
            <a:off x="10651320" y="2900520"/>
            <a:ext cx="89640" cy="774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6120" rIns="90000" bIns="-61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sz="1800" b="0" strike="noStrike" spc="-1">
              <a:solidFill>
                <a:schemeClr val="lt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roup 54"/>
          <p:cNvGrpSpPr/>
          <p:nvPr/>
        </p:nvGrpSpPr>
        <p:grpSpPr>
          <a:xfrm>
            <a:off x="3699000" y="1373400"/>
            <a:ext cx="4793400" cy="4111560"/>
            <a:chOff x="3699000" y="1373400"/>
            <a:chExt cx="4793400" cy="4111560"/>
          </a:xfrm>
        </p:grpSpPr>
        <p:sp>
          <p:nvSpPr>
            <p:cNvPr id="413" name="Rectangle 40"/>
            <p:cNvSpPr/>
            <p:nvPr/>
          </p:nvSpPr>
          <p:spPr>
            <a:xfrm>
              <a:off x="4247280" y="1537200"/>
              <a:ext cx="4077000" cy="3783240"/>
            </a:xfrm>
            <a:prstGeom prst="rect">
              <a:avLst/>
            </a:prstGeom>
            <a:noFill/>
            <a:ln w="76200"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nl-NL"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414" name="Oval 41"/>
            <p:cNvSpPr/>
            <p:nvPr/>
          </p:nvSpPr>
          <p:spPr>
            <a:xfrm>
              <a:off x="3699000" y="2199960"/>
              <a:ext cx="1082160" cy="108216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nl-NL"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415" name="Rectangle 42"/>
            <p:cNvSpPr/>
            <p:nvPr/>
          </p:nvSpPr>
          <p:spPr>
            <a:xfrm>
              <a:off x="4080240" y="3523320"/>
              <a:ext cx="327960" cy="131292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nl-NL"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416" name="Rectangle 43"/>
            <p:cNvSpPr/>
            <p:nvPr/>
          </p:nvSpPr>
          <p:spPr>
            <a:xfrm>
              <a:off x="8164440" y="2854800"/>
              <a:ext cx="327960" cy="131292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nl-NL"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417" name="Rectangle 44"/>
            <p:cNvSpPr/>
            <p:nvPr/>
          </p:nvSpPr>
          <p:spPr>
            <a:xfrm rot="16200000">
              <a:off x="6236640" y="4664520"/>
              <a:ext cx="327960" cy="131292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nl-NL"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418" name="Rectangle 45"/>
            <p:cNvSpPr/>
            <p:nvPr/>
          </p:nvSpPr>
          <p:spPr>
            <a:xfrm rot="16200000">
              <a:off x="6236640" y="880920"/>
              <a:ext cx="327960" cy="131292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nl-NL" sz="1800" b="0" strike="noStrike" spc="-1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419" name="TextBox 46"/>
            <p:cNvSpPr/>
            <p:nvPr/>
          </p:nvSpPr>
          <p:spPr>
            <a:xfrm>
              <a:off x="4079160" y="2252520"/>
              <a:ext cx="340920" cy="43056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0" name="TextBox 47"/>
            <p:cNvSpPr/>
            <p:nvPr/>
          </p:nvSpPr>
          <p:spPr>
            <a:xfrm>
              <a:off x="4079160" y="2779920"/>
              <a:ext cx="340920" cy="43056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1" name="TextBox 49"/>
            <p:cNvSpPr/>
            <p:nvPr/>
          </p:nvSpPr>
          <p:spPr>
            <a:xfrm>
              <a:off x="4539960" y="3952800"/>
              <a:ext cx="601560" cy="43056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2" name="TextBox 50"/>
            <p:cNvSpPr/>
            <p:nvPr/>
          </p:nvSpPr>
          <p:spPr>
            <a:xfrm>
              <a:off x="7489080" y="3254040"/>
              <a:ext cx="506880" cy="471240"/>
            </a:xfrm>
            <a:prstGeom prst="rect">
              <a:avLst/>
            </a:pr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3" name="TextBox 51"/>
            <p:cNvSpPr/>
            <p:nvPr/>
          </p:nvSpPr>
          <p:spPr>
            <a:xfrm>
              <a:off x="6184080" y="1767600"/>
              <a:ext cx="524520" cy="468720"/>
            </a:xfrm>
            <a:prstGeom prst="rect">
              <a:avLst/>
            </a:pr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4" name="TextBox 52"/>
            <p:cNvSpPr/>
            <p:nvPr/>
          </p:nvSpPr>
          <p:spPr>
            <a:xfrm>
              <a:off x="6117840" y="4620960"/>
              <a:ext cx="524520" cy="468720"/>
            </a:xfrm>
            <a:prstGeom prst="rect">
              <a:avLst/>
            </a:pr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5" name="TextBox 53"/>
            <p:cNvSpPr/>
            <p:nvPr/>
          </p:nvSpPr>
          <p:spPr>
            <a:xfrm>
              <a:off x="4840920" y="2529360"/>
              <a:ext cx="518760" cy="430560"/>
            </a:xfrm>
            <a:prstGeom prst="rect">
              <a:avLst/>
            </a:pr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nl-NL" sz="1800" b="0" strike="noStrike" spc="-1">
                  <a:solidFill>
                    <a:srgbClr val="FFFFFF">
                      <a:alpha val="1000"/>
                    </a:srgbClr>
                  </a:solidFill>
                  <a:latin typeface="Aptos"/>
                </a:rPr>
                <a:t> </a:t>
              </a: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Picture 4"/>
          <p:cNvPicPr/>
          <p:nvPr/>
        </p:nvPicPr>
        <p:blipFill>
          <a:blip r:embed="rId2"/>
          <a:srcRect r="50000"/>
          <a:stretch/>
        </p:blipFill>
        <p:spPr>
          <a:xfrm>
            <a:off x="2426400" y="722880"/>
            <a:ext cx="7338960" cy="5411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3267C7F-AB7E-F4CE-B284-CB66ED5DE633}"/>
              </a:ext>
            </a:extLst>
          </p:cNvPr>
          <p:cNvSpPr/>
          <p:nvPr/>
        </p:nvSpPr>
        <p:spPr>
          <a:xfrm>
            <a:off x="1231900" y="0"/>
            <a:ext cx="97028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1AAF47-2883-70D8-8357-0190DB62FE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593324-9B98-1F07-4054-A5301D4936FB}"/>
              </a:ext>
            </a:extLst>
          </p:cNvPr>
          <p:cNvSpPr txBox="1"/>
          <p:nvPr/>
        </p:nvSpPr>
        <p:spPr>
          <a:xfrm>
            <a:off x="1479690" y="1718416"/>
            <a:ext cx="210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FF0000"/>
                </a:solidFill>
              </a:rPr>
              <a:t>Elektronenbron</a:t>
            </a:r>
            <a:endParaRPr lang="nl-NL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357AED-67C3-FB95-808A-B61A19402AE7}"/>
              </a:ext>
            </a:extLst>
          </p:cNvPr>
          <p:cNvSpPr txBox="1"/>
          <p:nvPr/>
        </p:nvSpPr>
        <p:spPr>
          <a:xfrm>
            <a:off x="1416317" y="5834507"/>
            <a:ext cx="210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FF0000"/>
                </a:solidFill>
              </a:rPr>
              <a:t>Elektronendetector</a:t>
            </a:r>
            <a:endParaRPr lang="nl-NL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233F13-67E6-134B-F6DD-4C96DC6F5D7A}"/>
              </a:ext>
            </a:extLst>
          </p:cNvPr>
          <p:cNvSpPr txBox="1"/>
          <p:nvPr/>
        </p:nvSpPr>
        <p:spPr>
          <a:xfrm>
            <a:off x="1416316" y="3152001"/>
            <a:ext cx="210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>
                <a:solidFill>
                  <a:srgbClr val="FF0000"/>
                </a:solidFill>
              </a:rPr>
              <a:t>Lensplatform</a:t>
            </a:r>
            <a:endParaRPr lang="nl-NL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76E47F-94A2-2E2E-645B-5382EE340867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524249" y="3336667"/>
            <a:ext cx="17629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1731A6-BFF4-3E6D-CD70-7A21A02EC9F8}"/>
              </a:ext>
            </a:extLst>
          </p:cNvPr>
          <p:cNvCxnSpPr>
            <a:cxnSpLocks/>
          </p:cNvCxnSpPr>
          <p:nvPr/>
        </p:nvCxnSpPr>
        <p:spPr>
          <a:xfrm>
            <a:off x="3518693" y="1903082"/>
            <a:ext cx="22393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C557C5-AC18-359F-902A-6F244AD69166}"/>
              </a:ext>
            </a:extLst>
          </p:cNvPr>
          <p:cNvCxnSpPr>
            <a:cxnSpLocks/>
          </p:cNvCxnSpPr>
          <p:nvPr/>
        </p:nvCxnSpPr>
        <p:spPr>
          <a:xfrm>
            <a:off x="3524248" y="6019172"/>
            <a:ext cx="23152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703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2675</TotalTime>
  <Words>88</Words>
  <Application>Microsoft Office PowerPoint</Application>
  <PresentationFormat>Widescreen</PresentationFormat>
  <Paragraphs>82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10</vt:i4>
      </vt:variant>
    </vt:vector>
  </HeadingPairs>
  <TitlesOfParts>
    <vt:vector size="27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Des De Borger</dc:creator>
  <dc:description/>
  <cp:lastModifiedBy>Des De Borger</cp:lastModifiedBy>
  <cp:revision>9</cp:revision>
  <dcterms:created xsi:type="dcterms:W3CDTF">2026-04-09T11:57:45Z</dcterms:created>
  <dcterms:modified xsi:type="dcterms:W3CDTF">2026-04-29T20:44:40Z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9</vt:i4>
  </property>
</Properties>
</file>