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3C6F9-6629-4B41-970F-23747B25168E}" v="332" dt="2026-04-11T08:52:31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s De Borger" userId="6a3904e793556f1f" providerId="LiveId" clId="{7110ED3E-616E-4F83-83B6-C0BC63912E1A}"/>
    <pc:docChg chg="undo custSel addSld modSld">
      <pc:chgData name="Des De Borger" userId="6a3904e793556f1f" providerId="LiveId" clId="{7110ED3E-616E-4F83-83B6-C0BC63912E1A}" dt="2026-04-11T08:52:38.863" v="1279" actId="1076"/>
      <pc:docMkLst>
        <pc:docMk/>
      </pc:docMkLst>
      <pc:sldChg chg="modSp">
        <pc:chgData name="Des De Borger" userId="6a3904e793556f1f" providerId="LiveId" clId="{7110ED3E-616E-4F83-83B6-C0BC63912E1A}" dt="2026-04-09T12:08:29.435" v="9" actId="20577"/>
        <pc:sldMkLst>
          <pc:docMk/>
          <pc:sldMk cId="1202296375" sldId="256"/>
        </pc:sldMkLst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6" creationId="{BA1F582B-1751-7139-AC76-8370E7DB7BDF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7" creationId="{1EDA572C-C39E-2593-F9AE-CFF050BCE726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19" creationId="{7E2B9B8D-F4BA-F2A9-C5AF-831F065B5E3D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0" creationId="{07D97759-4B61-7BF3-38D1-60AC806484F3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8" creationId="{0DFBB06A-F37E-A581-1536-45FF13BEA511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9" creationId="{A3DD69F2-EBE7-EDBB-175A-9CBEB6A28C1B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30" creationId="{A7F7A30B-CE70-2D5F-F981-4293BF39C0D0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31" creationId="{196B09EE-ECD9-0184-3427-9735F341F326}"/>
          </ac:spMkLst>
        </pc:spChg>
        <pc:grpChg chg="mod">
          <ac:chgData name="Des De Borger" userId="6a3904e793556f1f" providerId="LiveId" clId="{7110ED3E-616E-4F83-83B6-C0BC63912E1A}" dt="2026-04-09T12:08:29.435" v="9" actId="20577"/>
          <ac:grpSpMkLst>
            <pc:docMk/>
            <pc:sldMk cId="1202296375" sldId="256"/>
            <ac:grpSpMk id="34" creationId="{1C3716E7-83E5-52CC-284D-CB68BC5C0AE8}"/>
          </ac:grpSpMkLst>
        </pc:grpChg>
        <pc:cxnChg chg="mod">
          <ac:chgData name="Des De Borger" userId="6a3904e793556f1f" providerId="LiveId" clId="{7110ED3E-616E-4F83-83B6-C0BC63912E1A}" dt="2026-04-09T12:08:29.435" v="9" actId="20577"/>
          <ac:cxnSpMkLst>
            <pc:docMk/>
            <pc:sldMk cId="1202296375" sldId="256"/>
            <ac:cxnSpMk id="22" creationId="{77F4D5A3-882C-9CB2-4968-573F91037603}"/>
          </ac:cxnSpMkLst>
        </pc:cxnChg>
      </pc:sldChg>
      <pc:sldChg chg="addSp delSp modSp new mod">
        <pc:chgData name="Des De Borger" userId="6a3904e793556f1f" providerId="LiveId" clId="{7110ED3E-616E-4F83-83B6-C0BC63912E1A}" dt="2026-04-09T19:57:33.982" v="271" actId="166"/>
        <pc:sldMkLst>
          <pc:docMk/>
          <pc:sldMk cId="1512554179" sldId="257"/>
        </pc:sldMkLst>
        <pc:spChg chg="add mod">
          <ac:chgData name="Des De Borger" userId="6a3904e793556f1f" providerId="LiveId" clId="{7110ED3E-616E-4F83-83B6-C0BC63912E1A}" dt="2026-04-09T19:49:36.137" v="84" actId="1076"/>
          <ac:spMkLst>
            <pc:docMk/>
            <pc:sldMk cId="1512554179" sldId="257"/>
            <ac:spMk id="22" creationId="{7CFD32EA-CE08-EB57-4D80-B3CA395BC35A}"/>
          </ac:spMkLst>
        </pc:spChg>
        <pc:spChg chg="add mod">
          <ac:chgData name="Des De Borger" userId="6a3904e793556f1f" providerId="LiveId" clId="{7110ED3E-616E-4F83-83B6-C0BC63912E1A}" dt="2026-04-09T19:53:39.145" v="146" actId="1076"/>
          <ac:spMkLst>
            <pc:docMk/>
            <pc:sldMk cId="1512554179" sldId="257"/>
            <ac:spMk id="44" creationId="{37B927B6-1C45-4F7E-7BFE-42A0F404751D}"/>
          </ac:spMkLst>
        </pc:spChg>
        <pc:spChg chg="add mod">
          <ac:chgData name="Des De Borger" userId="6a3904e793556f1f" providerId="LiveId" clId="{7110ED3E-616E-4F83-83B6-C0BC63912E1A}" dt="2026-04-09T19:53:44.162" v="149" actId="20577"/>
          <ac:spMkLst>
            <pc:docMk/>
            <pc:sldMk cId="1512554179" sldId="257"/>
            <ac:spMk id="45" creationId="{11C234D4-1C86-CA0E-91A4-D438B7A69294}"/>
          </ac:spMkLst>
        </pc:spChg>
        <pc:spChg chg="add mod">
          <ac:chgData name="Des De Borger" userId="6a3904e793556f1f" providerId="LiveId" clId="{7110ED3E-616E-4F83-83B6-C0BC63912E1A}" dt="2026-04-09T19:55:36.545" v="198" actId="20577"/>
          <ac:spMkLst>
            <pc:docMk/>
            <pc:sldMk cId="1512554179" sldId="257"/>
            <ac:spMk id="57" creationId="{2E1FCF83-09A6-97EF-1DA8-BB8AB4623CF7}"/>
          </ac:spMkLst>
        </pc:spChg>
        <pc:spChg chg="add mod">
          <ac:chgData name="Des De Borger" userId="6a3904e793556f1f" providerId="LiveId" clId="{7110ED3E-616E-4F83-83B6-C0BC63912E1A}" dt="2026-04-09T19:55:45.826" v="203" actId="1076"/>
          <ac:spMkLst>
            <pc:docMk/>
            <pc:sldMk cId="1512554179" sldId="257"/>
            <ac:spMk id="58" creationId="{3A00945E-F23F-CD75-8CFE-74C3032AB420}"/>
          </ac:spMkLst>
        </pc:spChg>
        <pc:spChg chg="add mod">
          <ac:chgData name="Des De Borger" userId="6a3904e793556f1f" providerId="LiveId" clId="{7110ED3E-616E-4F83-83B6-C0BC63912E1A}" dt="2026-04-09T19:55:51.018" v="207" actId="20577"/>
          <ac:spMkLst>
            <pc:docMk/>
            <pc:sldMk cId="1512554179" sldId="257"/>
            <ac:spMk id="59" creationId="{5E9CB89A-C299-3ED5-76F3-8A9D941B99B7}"/>
          </ac:spMkLst>
        </pc:spChg>
        <pc:spChg chg="add mod">
          <ac:chgData name="Des De Borger" userId="6a3904e793556f1f" providerId="LiveId" clId="{7110ED3E-616E-4F83-83B6-C0BC63912E1A}" dt="2026-04-09T19:56:00.586" v="212" actId="20577"/>
          <ac:spMkLst>
            <pc:docMk/>
            <pc:sldMk cId="1512554179" sldId="257"/>
            <ac:spMk id="60" creationId="{0FA263CE-120B-00AC-D081-0B959CDBE50A}"/>
          </ac:spMkLst>
        </pc:spChg>
        <pc:spChg chg="add mod">
          <ac:chgData name="Des De Borger" userId="6a3904e793556f1f" providerId="LiveId" clId="{7110ED3E-616E-4F83-83B6-C0BC63912E1A}" dt="2026-04-09T19:56:25.569" v="222" actId="1076"/>
          <ac:spMkLst>
            <pc:docMk/>
            <pc:sldMk cId="1512554179" sldId="257"/>
            <ac:spMk id="61" creationId="{188F2507-5613-CE5C-32AB-8BFD558BB10E}"/>
          </ac:spMkLst>
        </pc:spChg>
        <pc:spChg chg="add mod">
          <ac:chgData name="Des De Borger" userId="6a3904e793556f1f" providerId="LiveId" clId="{7110ED3E-616E-4F83-83B6-C0BC63912E1A}" dt="2026-04-09T19:56:43.425" v="235" actId="1037"/>
          <ac:spMkLst>
            <pc:docMk/>
            <pc:sldMk cId="1512554179" sldId="257"/>
            <ac:spMk id="64" creationId="{8AE5F0D1-7D32-15CF-91C9-BD622E6CC97D}"/>
          </ac:spMkLst>
        </pc:spChg>
        <pc:spChg chg="add mod">
          <ac:chgData name="Des De Borger" userId="6a3904e793556f1f" providerId="LiveId" clId="{7110ED3E-616E-4F83-83B6-C0BC63912E1A}" dt="2026-04-09T19:56:54.837" v="243" actId="207"/>
          <ac:spMkLst>
            <pc:docMk/>
            <pc:sldMk cId="1512554179" sldId="257"/>
            <ac:spMk id="65" creationId="{96D89882-FD95-DF98-4B40-2B22B7E3D231}"/>
          </ac:spMkLst>
        </pc:spChg>
        <pc:spChg chg="add mod">
          <ac:chgData name="Des De Borger" userId="6a3904e793556f1f" providerId="LiveId" clId="{7110ED3E-616E-4F83-83B6-C0BC63912E1A}" dt="2026-04-09T19:57:05.824" v="259" actId="207"/>
          <ac:spMkLst>
            <pc:docMk/>
            <pc:sldMk cId="1512554179" sldId="257"/>
            <ac:spMk id="66" creationId="{6E088EE9-B7EC-D75C-2437-561A65AFD7F9}"/>
          </ac:spMkLst>
        </pc:spChg>
        <pc:spChg chg="add mod">
          <ac:chgData name="Des De Borger" userId="6a3904e793556f1f" providerId="LiveId" clId="{7110ED3E-616E-4F83-83B6-C0BC63912E1A}" dt="2026-04-09T19:57:18.201" v="270" actId="207"/>
          <ac:spMkLst>
            <pc:docMk/>
            <pc:sldMk cId="1512554179" sldId="257"/>
            <ac:spMk id="67" creationId="{D5F871BA-F649-D169-F678-1281C78875D1}"/>
          </ac:spMkLst>
        </pc:spChg>
        <pc:grpChg chg="add mod">
          <ac:chgData name="Des De Borger" userId="6a3904e793556f1f" providerId="LiveId" clId="{7110ED3E-616E-4F83-83B6-C0BC63912E1A}" dt="2026-04-09T19:55:21.964" v="194" actId="164"/>
          <ac:grpSpMkLst>
            <pc:docMk/>
            <pc:sldMk cId="1512554179" sldId="257"/>
            <ac:grpSpMk id="56" creationId="{820257CA-13EC-7895-6BB2-10134C11A7E5}"/>
          </ac:grpSpMkLst>
        </pc:grpChg>
        <pc:cxnChg chg="add mod">
          <ac:chgData name="Des De Borger" userId="6a3904e793556f1f" providerId="LiveId" clId="{7110ED3E-616E-4F83-83B6-C0BC63912E1A}" dt="2026-04-09T19:53:14.495" v="136" actId="692"/>
          <ac:cxnSpMkLst>
            <pc:docMk/>
            <pc:sldMk cId="1512554179" sldId="257"/>
            <ac:cxnSpMk id="12" creationId="{7E6FD193-73CD-E789-2BFD-4EA0C924A293}"/>
          </ac:cxnSpMkLst>
        </pc:cxnChg>
        <pc:cxnChg chg="add mod ord">
          <ac:chgData name="Des De Borger" userId="6a3904e793556f1f" providerId="LiveId" clId="{7110ED3E-616E-4F83-83B6-C0BC63912E1A}" dt="2026-04-09T19:57:33.982" v="271" actId="166"/>
          <ac:cxnSpMkLst>
            <pc:docMk/>
            <pc:sldMk cId="1512554179" sldId="257"/>
            <ac:cxnSpMk id="16" creationId="{20212DEE-D4B7-DD5F-8D1E-CE8D73CC6A2C}"/>
          </ac:cxnSpMkLst>
        </pc:cxnChg>
        <pc:cxnChg chg="add mod">
          <ac:chgData name="Des De Borger" userId="6a3904e793556f1f" providerId="LiveId" clId="{7110ED3E-616E-4F83-83B6-C0BC63912E1A}" dt="2026-04-09T19:49:17.763" v="79" actId="1037"/>
          <ac:cxnSpMkLst>
            <pc:docMk/>
            <pc:sldMk cId="1512554179" sldId="257"/>
            <ac:cxnSpMk id="21" creationId="{85BF8B10-2441-3286-2D6E-CC6A49C35B4D}"/>
          </ac:cxnSpMkLst>
        </pc:cxnChg>
        <pc:cxnChg chg="add ord">
          <ac:chgData name="Des De Borger" userId="6a3904e793556f1f" providerId="LiveId" clId="{7110ED3E-616E-4F83-83B6-C0BC63912E1A}" dt="2026-04-09T19:50:00.410" v="87" actId="167"/>
          <ac:cxnSpMkLst>
            <pc:docMk/>
            <pc:sldMk cId="1512554179" sldId="257"/>
            <ac:cxnSpMk id="24" creationId="{75FA5E25-618E-6276-4134-C1B7EF498404}"/>
          </ac:cxnSpMkLst>
        </pc:cxnChg>
        <pc:cxnChg chg="add mod">
          <ac:chgData name="Des De Borger" userId="6a3904e793556f1f" providerId="LiveId" clId="{7110ED3E-616E-4F83-83B6-C0BC63912E1A}" dt="2026-04-09T19:51:22.964" v="92" actId="14100"/>
          <ac:cxnSpMkLst>
            <pc:docMk/>
            <pc:sldMk cId="1512554179" sldId="257"/>
            <ac:cxnSpMk id="25" creationId="{BC0081C8-8B58-165F-68D1-E952C6C00B65}"/>
          </ac:cxnSpMkLst>
        </pc:cxnChg>
        <pc:cxnChg chg="add mod">
          <ac:chgData name="Des De Borger" userId="6a3904e793556f1f" providerId="LiveId" clId="{7110ED3E-616E-4F83-83B6-C0BC63912E1A}" dt="2026-04-09T19:51:43.332" v="98" actId="14100"/>
          <ac:cxnSpMkLst>
            <pc:docMk/>
            <pc:sldMk cId="1512554179" sldId="257"/>
            <ac:cxnSpMk id="30" creationId="{0084885F-345B-FB86-4DCC-19E81C9C866B}"/>
          </ac:cxnSpMkLst>
        </pc:cxnChg>
        <pc:cxnChg chg="add mod">
          <ac:chgData name="Des De Borger" userId="6a3904e793556f1f" providerId="LiveId" clId="{7110ED3E-616E-4F83-83B6-C0BC63912E1A}" dt="2026-04-09T19:52:02.432" v="103" actId="1036"/>
          <ac:cxnSpMkLst>
            <pc:docMk/>
            <pc:sldMk cId="1512554179" sldId="257"/>
            <ac:cxnSpMk id="34" creationId="{9349966B-8428-CAC8-A245-CDDE85851EC5}"/>
          </ac:cxnSpMkLst>
        </pc:cxnChg>
        <pc:cxnChg chg="add mod">
          <ac:chgData name="Des De Borger" userId="6a3904e793556f1f" providerId="LiveId" clId="{7110ED3E-616E-4F83-83B6-C0BC63912E1A}" dt="2026-04-09T19:52:11.964" v="106" actId="14100"/>
          <ac:cxnSpMkLst>
            <pc:docMk/>
            <pc:sldMk cId="1512554179" sldId="257"/>
            <ac:cxnSpMk id="35" creationId="{B7CA234F-20C3-B54E-E379-6C4C0362FB9E}"/>
          </ac:cxnSpMkLst>
        </pc:cxnChg>
        <pc:cxnChg chg="add mod">
          <ac:chgData name="Des De Borger" userId="6a3904e793556f1f" providerId="LiveId" clId="{7110ED3E-616E-4F83-83B6-C0BC63912E1A}" dt="2026-04-09T19:52:18.458" v="109" actId="14100"/>
          <ac:cxnSpMkLst>
            <pc:docMk/>
            <pc:sldMk cId="1512554179" sldId="257"/>
            <ac:cxnSpMk id="37" creationId="{FDFDF5B8-7C3A-8611-9349-D51849DBB7AD}"/>
          </ac:cxnSpMkLst>
        </pc:cxnChg>
        <pc:cxnChg chg="add mod">
          <ac:chgData name="Des De Borger" userId="6a3904e793556f1f" providerId="LiveId" clId="{7110ED3E-616E-4F83-83B6-C0BC63912E1A}" dt="2026-04-09T19:52:37.358" v="116" actId="14100"/>
          <ac:cxnSpMkLst>
            <pc:docMk/>
            <pc:sldMk cId="1512554179" sldId="257"/>
            <ac:cxnSpMk id="39" creationId="{C3C94519-14E8-29DF-7BF3-37C174677B53}"/>
          </ac:cxnSpMkLst>
        </pc:cxnChg>
        <pc:cxnChg chg="add mod">
          <ac:chgData name="Des De Borger" userId="6a3904e793556f1f" providerId="LiveId" clId="{7110ED3E-616E-4F83-83B6-C0BC63912E1A}" dt="2026-04-09T19:52:34.548" v="115" actId="14100"/>
          <ac:cxnSpMkLst>
            <pc:docMk/>
            <pc:sldMk cId="1512554179" sldId="257"/>
            <ac:cxnSpMk id="41" creationId="{19E8986D-56A0-5DD7-53E2-1A87F9ED963E}"/>
          </ac:cxnSpMkLst>
        </pc:cxnChg>
        <pc:cxnChg chg="add mod">
          <ac:chgData name="Des De Borger" userId="6a3904e793556f1f" providerId="LiveId" clId="{7110ED3E-616E-4F83-83B6-C0BC63912E1A}" dt="2026-04-09T19:53:57.865" v="152" actId="14100"/>
          <ac:cxnSpMkLst>
            <pc:docMk/>
            <pc:sldMk cId="1512554179" sldId="257"/>
            <ac:cxnSpMk id="46" creationId="{E3387B21-2774-A5CE-9FD8-2FB5A8BCE4EF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49" creationId="{8C4A1B26-1168-1490-0E6E-86E308000411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0" creationId="{78EEDEDE-2084-E501-107E-215781D27146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2" creationId="{C10AE411-26BF-FA68-5C99-81274F3B1D64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3" creationId="{F5141EAC-DC9E-32CC-F780-F4B5DC286B27}"/>
          </ac:cxnSpMkLst>
        </pc:cxnChg>
        <pc:cxnChg chg="add mod">
          <ac:chgData name="Des De Borger" userId="6a3904e793556f1f" providerId="LiveId" clId="{7110ED3E-616E-4F83-83B6-C0BC63912E1A}" dt="2026-04-09T19:56:16.354" v="219" actId="14100"/>
          <ac:cxnSpMkLst>
            <pc:docMk/>
            <pc:sldMk cId="1512554179" sldId="257"/>
            <ac:cxnSpMk id="62" creationId="{19E7DD66-C329-0634-EE57-14EA3F32E17C}"/>
          </ac:cxnSpMkLst>
        </pc:cxnChg>
      </pc:sldChg>
      <pc:sldChg chg="addSp delSp modSp add mod">
        <pc:chgData name="Des De Borger" userId="6a3904e793556f1f" providerId="LiveId" clId="{7110ED3E-616E-4F83-83B6-C0BC63912E1A}" dt="2026-04-10T10:34:16.441" v="426" actId="20577"/>
        <pc:sldMkLst>
          <pc:docMk/>
          <pc:sldMk cId="1991473864" sldId="258"/>
        </pc:sldMkLst>
        <pc:spChg chg="mod">
          <ac:chgData name="Des De Borger" userId="6a3904e793556f1f" providerId="LiveId" clId="{7110ED3E-616E-4F83-83B6-C0BC63912E1A}" dt="2026-04-09T20:01:02.900" v="386" actId="1076"/>
          <ac:spMkLst>
            <pc:docMk/>
            <pc:sldMk cId="1991473864" sldId="258"/>
            <ac:spMk id="44" creationId="{4EA93E31-D849-A809-C4DD-33989A8F8FF9}"/>
          </ac:spMkLst>
        </pc:spChg>
        <pc:spChg chg="mod">
          <ac:chgData name="Des De Borger" userId="6a3904e793556f1f" providerId="LiveId" clId="{7110ED3E-616E-4F83-83B6-C0BC63912E1A}" dt="2026-04-09T20:00:25.990" v="373" actId="1076"/>
          <ac:spMkLst>
            <pc:docMk/>
            <pc:sldMk cId="1991473864" sldId="258"/>
            <ac:spMk id="45" creationId="{9B458750-D6CD-8AD5-26B0-B7BADB9EF4E0}"/>
          </ac:spMkLst>
        </pc:spChg>
        <pc:spChg chg="mod">
          <ac:chgData name="Des De Borger" userId="6a3904e793556f1f" providerId="LiveId" clId="{7110ED3E-616E-4F83-83B6-C0BC63912E1A}" dt="2026-04-09T20:00:31.035" v="375" actId="1076"/>
          <ac:spMkLst>
            <pc:docMk/>
            <pc:sldMk cId="1991473864" sldId="258"/>
            <ac:spMk id="57" creationId="{071BEB97-062C-3C57-A18A-F07F83C0BD57}"/>
          </ac:spMkLst>
        </pc:spChg>
        <pc:spChg chg="mod">
          <ac:chgData name="Des De Borger" userId="6a3904e793556f1f" providerId="LiveId" clId="{7110ED3E-616E-4F83-83B6-C0BC63912E1A}" dt="2026-04-10T10:34:16.441" v="426" actId="20577"/>
          <ac:spMkLst>
            <pc:docMk/>
            <pc:sldMk cId="1991473864" sldId="258"/>
            <ac:spMk id="58" creationId="{AFA9888E-B7EF-2657-44B0-755437B54D1F}"/>
          </ac:spMkLst>
        </pc:spChg>
        <pc:spChg chg="mod">
          <ac:chgData name="Des De Borger" userId="6a3904e793556f1f" providerId="LiveId" clId="{7110ED3E-616E-4F83-83B6-C0BC63912E1A}" dt="2026-04-10T10:30:25.387" v="418" actId="1037"/>
          <ac:spMkLst>
            <pc:docMk/>
            <pc:sldMk cId="1991473864" sldId="258"/>
            <ac:spMk id="60" creationId="{C521B254-B5EA-43B1-746D-4E9C98F0462E}"/>
          </ac:spMkLst>
        </pc:spChg>
        <pc:spChg chg="mod">
          <ac:chgData name="Des De Borger" userId="6a3904e793556f1f" providerId="LiveId" clId="{7110ED3E-616E-4F83-83B6-C0BC63912E1A}" dt="2026-04-10T10:30:18.910" v="414" actId="1076"/>
          <ac:spMkLst>
            <pc:docMk/>
            <pc:sldMk cId="1991473864" sldId="258"/>
            <ac:spMk id="61" creationId="{5153691D-A863-7E61-F2C7-016A825544F9}"/>
          </ac:spMkLst>
        </pc:spChg>
        <pc:spChg chg="mod">
          <ac:chgData name="Des De Borger" userId="6a3904e793556f1f" providerId="LiveId" clId="{7110ED3E-616E-4F83-83B6-C0BC63912E1A}" dt="2026-04-09T20:00:04.077" v="365" actId="1076"/>
          <ac:spMkLst>
            <pc:docMk/>
            <pc:sldMk cId="1991473864" sldId="258"/>
            <ac:spMk id="65" creationId="{0B03DC5D-F6CD-7670-7632-C34B661076B3}"/>
          </ac:spMkLst>
        </pc:spChg>
        <pc:cxnChg chg="add mod">
          <ac:chgData name="Des De Borger" userId="6a3904e793556f1f" providerId="LiveId" clId="{7110ED3E-616E-4F83-83B6-C0BC63912E1A}" dt="2026-04-10T10:29:54.024" v="406" actId="14100"/>
          <ac:cxnSpMkLst>
            <pc:docMk/>
            <pc:sldMk cId="1991473864" sldId="258"/>
            <ac:cxnSpMk id="10" creationId="{A2447EFE-23C9-DD59-9F3E-5BF26F8546F8}"/>
          </ac:cxnSpMkLst>
        </pc:cxnChg>
        <pc:cxnChg chg="mod ord">
          <ac:chgData name="Des De Borger" userId="6a3904e793556f1f" providerId="LiveId" clId="{7110ED3E-616E-4F83-83B6-C0BC63912E1A}" dt="2026-04-09T19:59:42.238" v="340" actId="166"/>
          <ac:cxnSpMkLst>
            <pc:docMk/>
            <pc:sldMk cId="1991473864" sldId="258"/>
            <ac:cxnSpMk id="16" creationId="{B1B5CD8D-88B8-71FB-CD55-64DD745F0A53}"/>
          </ac:cxnSpMkLst>
        </pc:cxnChg>
        <pc:cxnChg chg="ord">
          <ac:chgData name="Des De Borger" userId="6a3904e793556f1f" providerId="LiveId" clId="{7110ED3E-616E-4F83-83B6-C0BC63912E1A}" dt="2026-04-09T19:59:40.340" v="339" actId="166"/>
          <ac:cxnSpMkLst>
            <pc:docMk/>
            <pc:sldMk cId="1991473864" sldId="258"/>
            <ac:cxnSpMk id="21" creationId="{84990E70-7FCD-0E25-3768-1759C865D101}"/>
          </ac:cxnSpMkLst>
        </pc:cxnChg>
        <pc:cxnChg chg="mod">
          <ac:chgData name="Des De Borger" userId="6a3904e793556f1f" providerId="LiveId" clId="{7110ED3E-616E-4F83-83B6-C0BC63912E1A}" dt="2026-04-10T10:29:47.304" v="404" actId="14100"/>
          <ac:cxnSpMkLst>
            <pc:docMk/>
            <pc:sldMk cId="1991473864" sldId="258"/>
            <ac:cxnSpMk id="24" creationId="{950D5705-1AF0-874F-0B63-867A7F32B6AE}"/>
          </ac:cxnSpMkLst>
        </pc:cxnChg>
        <pc:cxnChg chg="add del mod">
          <ac:chgData name="Des De Borger" userId="6a3904e793556f1f" providerId="LiveId" clId="{7110ED3E-616E-4F83-83B6-C0BC63912E1A}" dt="2026-04-10T10:29:58.536" v="407" actId="14100"/>
          <ac:cxnSpMkLst>
            <pc:docMk/>
            <pc:sldMk cId="1991473864" sldId="258"/>
            <ac:cxnSpMk id="25" creationId="{1EE42CDF-20F9-F623-4B8E-04FC314EDCEF}"/>
          </ac:cxnSpMkLst>
        </pc:cxnChg>
        <pc:cxnChg chg="mod">
          <ac:chgData name="Des De Borger" userId="6a3904e793556f1f" providerId="LiveId" clId="{7110ED3E-616E-4F83-83B6-C0BC63912E1A}" dt="2026-04-09T20:01:05.804" v="387" actId="14100"/>
          <ac:cxnSpMkLst>
            <pc:docMk/>
            <pc:sldMk cId="1991473864" sldId="258"/>
            <ac:cxnSpMk id="34" creationId="{3AD7A95B-19B9-D9E5-F212-B2B02F8B3BDE}"/>
          </ac:cxnSpMkLst>
        </pc:cxnChg>
        <pc:cxnChg chg="mod">
          <ac:chgData name="Des De Borger" userId="6a3904e793556f1f" providerId="LiveId" clId="{7110ED3E-616E-4F83-83B6-C0BC63912E1A}" dt="2026-04-09T20:01:08.841" v="388" actId="14100"/>
          <ac:cxnSpMkLst>
            <pc:docMk/>
            <pc:sldMk cId="1991473864" sldId="258"/>
            <ac:cxnSpMk id="35" creationId="{3F2FA174-AF1B-994A-740A-2D4DA9CA6FDB}"/>
          </ac:cxnSpMkLst>
        </pc:cxnChg>
        <pc:cxnChg chg="mod">
          <ac:chgData name="Des De Borger" userId="6a3904e793556f1f" providerId="LiveId" clId="{7110ED3E-616E-4F83-83B6-C0BC63912E1A}" dt="2026-04-09T20:00:27.780" v="374" actId="1076"/>
          <ac:cxnSpMkLst>
            <pc:docMk/>
            <pc:sldMk cId="1991473864" sldId="258"/>
            <ac:cxnSpMk id="37" creationId="{BAC58A1F-1AC2-7AEE-1997-B0EC7989F05E}"/>
          </ac:cxnSpMkLst>
        </pc:cxnChg>
        <pc:cxnChg chg="mod">
          <ac:chgData name="Des De Borger" userId="6a3904e793556f1f" providerId="LiveId" clId="{7110ED3E-616E-4F83-83B6-C0BC63912E1A}" dt="2026-04-09T20:00:35.716" v="376" actId="1076"/>
          <ac:cxnSpMkLst>
            <pc:docMk/>
            <pc:sldMk cId="1991473864" sldId="258"/>
            <ac:cxnSpMk id="39" creationId="{063984BF-6597-7766-3A48-34095F08AE22}"/>
          </ac:cxnSpMkLst>
        </pc:cxnChg>
        <pc:cxnChg chg="mod">
          <ac:chgData name="Des De Borger" userId="6a3904e793556f1f" providerId="LiveId" clId="{7110ED3E-616E-4F83-83B6-C0BC63912E1A}" dt="2026-04-10T10:30:07.990" v="410" actId="14100"/>
          <ac:cxnSpMkLst>
            <pc:docMk/>
            <pc:sldMk cId="1991473864" sldId="258"/>
            <ac:cxnSpMk id="41" creationId="{AE45CF60-87B9-0332-C0DE-4DEBB4A39EB8}"/>
          </ac:cxnSpMkLst>
        </pc:cxnChg>
        <pc:cxnChg chg="mod">
          <ac:chgData name="Des De Borger" userId="6a3904e793556f1f" providerId="LiveId" clId="{7110ED3E-616E-4F83-83B6-C0BC63912E1A}" dt="2026-04-10T10:30:20.826" v="415" actId="14100"/>
          <ac:cxnSpMkLst>
            <pc:docMk/>
            <pc:sldMk cId="1991473864" sldId="258"/>
            <ac:cxnSpMk id="62" creationId="{F4CB066C-18AF-E4F9-4435-5C6D2A75FAE7}"/>
          </ac:cxnSpMkLst>
        </pc:cxnChg>
      </pc:sldChg>
      <pc:sldChg chg="addSp delSp modSp add mod">
        <pc:chgData name="Des De Borger" userId="6a3904e793556f1f" providerId="LiveId" clId="{7110ED3E-616E-4F83-83B6-C0BC63912E1A}" dt="2026-04-10T12:02:40.333" v="427"/>
        <pc:sldMkLst>
          <pc:docMk/>
          <pc:sldMk cId="2255912361" sldId="259"/>
        </pc:sldMkLst>
        <pc:spChg chg="add mod">
          <ac:chgData name="Des De Borger" userId="6a3904e793556f1f" providerId="LiveId" clId="{7110ED3E-616E-4F83-83B6-C0BC63912E1A}" dt="2026-04-10T12:02:40.333" v="427"/>
          <ac:spMkLst>
            <pc:docMk/>
            <pc:sldMk cId="2255912361" sldId="259"/>
            <ac:spMk id="3" creationId="{5DEFFCE8-042D-F242-F0C2-7B1FF9A9A6F4}"/>
          </ac:spMkLst>
        </pc:spChg>
        <pc:spChg chg="mod">
          <ac:chgData name="Des De Borger" userId="6a3904e793556f1f" providerId="LiveId" clId="{7110ED3E-616E-4F83-83B6-C0BC63912E1A}" dt="2026-04-09T20:04:26.226" v="395" actId="20577"/>
          <ac:spMkLst>
            <pc:docMk/>
            <pc:sldMk cId="2255912361" sldId="259"/>
            <ac:spMk id="60" creationId="{97A4A319-2110-53D4-859D-09089FE87CD2}"/>
          </ac:spMkLst>
        </pc:spChg>
        <pc:cxnChg chg="add mod">
          <ac:chgData name="Des De Borger" userId="6a3904e793556f1f" providerId="LiveId" clId="{7110ED3E-616E-4F83-83B6-C0BC63912E1A}" dt="2026-04-10T12:02:40.333" v="427"/>
          <ac:cxnSpMkLst>
            <pc:docMk/>
            <pc:sldMk cId="2255912361" sldId="259"/>
            <ac:cxnSpMk id="2" creationId="{BA87D555-C8B0-BE47-850E-499FB17A9031}"/>
          </ac:cxnSpMkLst>
        </pc:cxnChg>
        <pc:cxnChg chg="mod">
          <ac:chgData name="Des De Borger" userId="6a3904e793556f1f" providerId="LiveId" clId="{7110ED3E-616E-4F83-83B6-C0BC63912E1A}" dt="2026-04-09T20:04:22.584" v="394" actId="14100"/>
          <ac:cxnSpMkLst>
            <pc:docMk/>
            <pc:sldMk cId="2255912361" sldId="259"/>
            <ac:cxnSpMk id="24" creationId="{EF0B852C-27A9-A645-4F03-20177DD955C5}"/>
          </ac:cxnSpMkLst>
        </pc:cxnChg>
        <pc:cxnChg chg="mod">
          <ac:chgData name="Des De Borger" userId="6a3904e793556f1f" providerId="LiveId" clId="{7110ED3E-616E-4F83-83B6-C0BC63912E1A}" dt="2026-04-09T20:04:36.983" v="399" actId="14100"/>
          <ac:cxnSpMkLst>
            <pc:docMk/>
            <pc:sldMk cId="2255912361" sldId="259"/>
            <ac:cxnSpMk id="25" creationId="{839C5441-2C34-3D3C-FCFA-306DD2203637}"/>
          </ac:cxnSpMkLst>
        </pc:cxnChg>
      </pc:sldChg>
      <pc:sldChg chg="addSp delSp modSp add mod">
        <pc:chgData name="Des De Borger" userId="6a3904e793556f1f" providerId="LiveId" clId="{7110ED3E-616E-4F83-83B6-C0BC63912E1A}" dt="2026-04-10T17:28:13.430" v="1047" actId="14100"/>
        <pc:sldMkLst>
          <pc:docMk/>
          <pc:sldMk cId="44306449" sldId="260"/>
        </pc:sldMkLst>
        <pc:spChg chg="add del mod">
          <ac:chgData name="Des De Borger" userId="6a3904e793556f1f" providerId="LiveId" clId="{7110ED3E-616E-4F83-83B6-C0BC63912E1A}" dt="2026-04-10T13:40:11.328" v="433" actId="478"/>
          <ac:spMkLst>
            <pc:docMk/>
            <pc:sldMk cId="44306449" sldId="260"/>
            <ac:spMk id="2" creationId="{3CB9BBCA-64B7-3267-4DA5-F90899665661}"/>
          </ac:spMkLst>
        </pc:spChg>
        <pc:spChg chg="add del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5" creationId="{B889DF4A-EEFE-F5E7-CDF8-0802A4B8B3CA}"/>
          </ac:spMkLst>
        </pc:spChg>
        <pc:spChg chg="add del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6" creationId="{D8A3B319-1920-3842-8DE2-A960078DB98B}"/>
          </ac:spMkLst>
        </pc:spChg>
        <pc:spChg chg="add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7" creationId="{01C2A2D0-F175-912D-F6AA-B9A1D79AEBF9}"/>
          </ac:spMkLst>
        </pc:spChg>
        <pc:spChg chg="add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8" creationId="{9022F052-789C-0292-61CB-DC6E1C317B72}"/>
          </ac:spMkLst>
        </pc:spChg>
        <pc:spChg chg="add mod">
          <ac:chgData name="Des De Borger" userId="6a3904e793556f1f" providerId="LiveId" clId="{7110ED3E-616E-4F83-83B6-C0BC63912E1A}" dt="2026-04-10T13:52:15.178" v="600" actId="571"/>
          <ac:spMkLst>
            <pc:docMk/>
            <pc:sldMk cId="44306449" sldId="260"/>
            <ac:spMk id="11" creationId="{7B080F78-67B2-68C9-F88C-59EF9F70E73B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5" creationId="{6CAF5CAC-222E-8893-540B-EFF40DA6B404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7" creationId="{DB4006B2-D535-411D-D85A-32E7C3E55125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8" creationId="{B6C2A720-2FD9-9AE8-D56B-00C5B3BED994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9" creationId="{8B3DB67C-7AA1-2B7E-E434-E07BE781AAF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22" creationId="{85832AA8-E874-9BC8-AE18-E55F7A681971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3" creationId="{9BDF6CD3-8CC1-6895-D7EA-F3AF8EEB1B83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6" creationId="{8339D224-D895-1C03-A2DC-3FD0ACF1951A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7" creationId="{81B1B4BC-53C6-CE4C-51FB-B2E9A3441151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8" creationId="{870D2E1F-7C91-DD49-DF75-7A049D1523BB}"/>
          </ac:spMkLst>
        </pc:spChg>
        <pc:spChg chg="add del mod">
          <ac:chgData name="Des De Borger" userId="6a3904e793556f1f" providerId="LiveId" clId="{7110ED3E-616E-4F83-83B6-C0BC63912E1A}" dt="2026-04-10T13:58:50.170" v="691" actId="478"/>
          <ac:spMkLst>
            <pc:docMk/>
            <pc:sldMk cId="44306449" sldId="260"/>
            <ac:spMk id="31" creationId="{BFAC45D9-A514-E810-2621-614724DC7EC7}"/>
          </ac:spMkLst>
        </pc:spChg>
        <pc:spChg chg="add mod">
          <ac:chgData name="Des De Borger" userId="6a3904e793556f1f" providerId="LiveId" clId="{7110ED3E-616E-4F83-83B6-C0BC63912E1A}" dt="2026-04-10T14:08:02.470" v="897" actId="14100"/>
          <ac:spMkLst>
            <pc:docMk/>
            <pc:sldMk cId="44306449" sldId="260"/>
            <ac:spMk id="32" creationId="{1EEDBA93-EF0A-2DED-21CD-A90AA33B219E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3" creationId="{9EFE2A9F-1B34-F997-3CC1-2657FFC69849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6" creationId="{BA931190-C6F5-A794-A8EE-F3AABD28684B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8" creationId="{0468760D-E0FD-67DF-84DA-80ADC0E12386}"/>
          </ac:spMkLst>
        </pc:spChg>
        <pc:spChg chg="mod">
          <ac:chgData name="Des De Borger" userId="6a3904e793556f1f" providerId="LiveId" clId="{7110ED3E-616E-4F83-83B6-C0BC63912E1A}" dt="2026-04-10T14:08:11.039" v="901" actId="14100"/>
          <ac:spMkLst>
            <pc:docMk/>
            <pc:sldMk cId="44306449" sldId="260"/>
            <ac:spMk id="43" creationId="{D7FEF06B-E608-A356-CD51-AE931B763E3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44" creationId="{6A8FE456-B29C-1AB6-77C3-3980CF332755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45" creationId="{37DEDBC6-9AC5-726F-62BB-610E4C86A14E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6" creationId="{8B9CC253-E164-A32F-36CF-09A7DDC4732F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7" creationId="{43C5FF02-2B58-1E7B-944F-B6B8BF4B6D53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8" creationId="{3D4EE06D-5A19-1E28-79A8-7C7EB14793FB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57" creationId="{7F09651C-98E7-2782-22BD-1A34009F9782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58" creationId="{945277CD-4F88-16FE-52FF-EE7C85BE3892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59" creationId="{19E9AAE1-6C4C-19B6-F0A1-5164B0BDD9DF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1" creationId="{0FD80DBF-FAD7-840E-1DA0-4616B6D09DA7}"/>
          </ac:spMkLst>
        </pc:spChg>
        <pc:spChg chg="add mod">
          <ac:chgData name="Des De Borger" userId="6a3904e793556f1f" providerId="LiveId" clId="{7110ED3E-616E-4F83-83B6-C0BC63912E1A}" dt="2026-04-10T14:03:37.030" v="791" actId="1035"/>
          <ac:spMkLst>
            <pc:docMk/>
            <pc:sldMk cId="44306449" sldId="260"/>
            <ac:spMk id="63" creationId="{389F6D5A-89D7-1748-A157-4DD7EF92132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4" creationId="{A329E61C-40DE-9790-D092-B83D2EE797C0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5" creationId="{E37CC357-1D26-8868-4055-88975E4D9098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6" creationId="{69C2154C-CEA7-7FB2-6C31-7323449A9029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7" creationId="{F86DAD59-36AE-4D14-8E26-933B05720CF4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68" creationId="{4527AD76-8E2A-7049-8EAA-D5869BE6FA16}"/>
          </ac:spMkLst>
        </pc:spChg>
        <pc:spChg chg="add mod">
          <ac:chgData name="Des De Borger" userId="6a3904e793556f1f" providerId="LiveId" clId="{7110ED3E-616E-4F83-83B6-C0BC63912E1A}" dt="2026-04-10T14:03:43.990" v="800" actId="1038"/>
          <ac:spMkLst>
            <pc:docMk/>
            <pc:sldMk cId="44306449" sldId="260"/>
            <ac:spMk id="69" creationId="{FCF795E1-33D8-5D09-3A76-A53559E226CD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0" creationId="{4DD03BF0-458B-FEF5-4A05-35CBA1717BA2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1" creationId="{CDCECF9F-4CAF-DCA6-0F85-E5352C32240B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2" creationId="{94E63BF5-4A93-5116-C2C4-708AA412B933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3" creationId="{E7C3E25C-104A-9D1C-F682-33B57A8F8D2C}"/>
          </ac:spMkLst>
        </pc:spChg>
        <pc:spChg chg="add mod">
          <ac:chgData name="Des De Borger" userId="6a3904e793556f1f" providerId="LiveId" clId="{7110ED3E-616E-4F83-83B6-C0BC63912E1A}" dt="2026-04-10T14:04:11.120" v="808"/>
          <ac:spMkLst>
            <pc:docMk/>
            <pc:sldMk cId="44306449" sldId="260"/>
            <ac:spMk id="74" creationId="{7BC188FC-D659-696A-143A-23E625BC9EE3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5" creationId="{12ABD5EC-7CE8-E531-A74C-D747E4343394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6" creationId="{5D4F3E2F-20E3-A40D-EA22-6F6927EAAFE3}"/>
          </ac:spMkLst>
        </pc:spChg>
        <pc:spChg chg="add mod">
          <ac:chgData name="Des De Borger" userId="6a3904e793556f1f" providerId="LiveId" clId="{7110ED3E-616E-4F83-83B6-C0BC63912E1A}" dt="2026-04-10T14:04:35.322" v="816" actId="1076"/>
          <ac:spMkLst>
            <pc:docMk/>
            <pc:sldMk cId="44306449" sldId="260"/>
            <ac:spMk id="77" creationId="{D53E099C-B58D-3B70-AA9A-27C3D3C0ED97}"/>
          </ac:spMkLst>
        </pc:spChg>
        <pc:spChg chg="add mod">
          <ac:chgData name="Des De Borger" userId="6a3904e793556f1f" providerId="LiveId" clId="{7110ED3E-616E-4F83-83B6-C0BC63912E1A}" dt="2026-04-10T14:04:32.280" v="815" actId="1076"/>
          <ac:spMkLst>
            <pc:docMk/>
            <pc:sldMk cId="44306449" sldId="260"/>
            <ac:spMk id="78" creationId="{D7647402-46C6-1C4B-A368-DB41BDA59016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9" creationId="{8BB0E181-5F7F-B8BE-985C-540ACCFFE73D}"/>
          </ac:spMkLst>
        </pc:spChg>
        <pc:spChg chg="add mod">
          <ac:chgData name="Des De Borger" userId="6a3904e793556f1f" providerId="LiveId" clId="{7110ED3E-616E-4F83-83B6-C0BC63912E1A}" dt="2026-04-10T14:05:00.071" v="829" actId="1076"/>
          <ac:spMkLst>
            <pc:docMk/>
            <pc:sldMk cId="44306449" sldId="260"/>
            <ac:spMk id="80" creationId="{37EBBA12-12A6-040D-551E-917F68BCB946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81" creationId="{D9570C9D-0161-AC2F-CC0E-287C83F0DB89}"/>
          </ac:spMkLst>
        </pc:spChg>
        <pc:spChg chg="add mod">
          <ac:chgData name="Des De Borger" userId="6a3904e793556f1f" providerId="LiveId" clId="{7110ED3E-616E-4F83-83B6-C0BC63912E1A}" dt="2026-04-10T14:05:10.659" v="835" actId="1076"/>
          <ac:spMkLst>
            <pc:docMk/>
            <pc:sldMk cId="44306449" sldId="260"/>
            <ac:spMk id="82" creationId="{A8905927-C0E1-54A2-F88C-BB5A1524DC1F}"/>
          </ac:spMkLst>
        </pc:spChg>
        <pc:spChg chg="add mod">
          <ac:chgData name="Des De Borger" userId="6a3904e793556f1f" providerId="LiveId" clId="{7110ED3E-616E-4F83-83B6-C0BC63912E1A}" dt="2026-04-10T14:05:18.386" v="841" actId="1076"/>
          <ac:spMkLst>
            <pc:docMk/>
            <pc:sldMk cId="44306449" sldId="260"/>
            <ac:spMk id="83" creationId="{26CA82A6-A2BA-D530-0C0E-54C4EBAA9B05}"/>
          </ac:spMkLst>
        </pc:spChg>
        <pc:spChg chg="add mod">
          <ac:chgData name="Des De Borger" userId="6a3904e793556f1f" providerId="LiveId" clId="{7110ED3E-616E-4F83-83B6-C0BC63912E1A}" dt="2026-04-10T16:52:20.506" v="1025" actId="1036"/>
          <ac:spMkLst>
            <pc:docMk/>
            <pc:sldMk cId="44306449" sldId="260"/>
            <ac:spMk id="84" creationId="{7B846949-3761-EBC2-5C67-48F592BB29E3}"/>
          </ac:spMkLst>
        </pc:spChg>
        <pc:spChg chg="add mod">
          <ac:chgData name="Des De Borger" userId="6a3904e793556f1f" providerId="LiveId" clId="{7110ED3E-616E-4F83-83B6-C0BC63912E1A}" dt="2026-04-10T16:52:23.152" v="1029" actId="1036"/>
          <ac:spMkLst>
            <pc:docMk/>
            <pc:sldMk cId="44306449" sldId="260"/>
            <ac:spMk id="85" creationId="{F1BFB59B-41BE-89BD-B024-58E781ED6CB4}"/>
          </ac:spMkLst>
        </pc:spChg>
        <pc:spChg chg="add mod">
          <ac:chgData name="Des De Borger" userId="6a3904e793556f1f" providerId="LiveId" clId="{7110ED3E-616E-4F83-83B6-C0BC63912E1A}" dt="2026-04-10T16:52:26.785" v="1032" actId="1036"/>
          <ac:spMkLst>
            <pc:docMk/>
            <pc:sldMk cId="44306449" sldId="260"/>
            <ac:spMk id="86" creationId="{47925251-4325-0910-71FC-AFD9A2A25836}"/>
          </ac:spMkLst>
        </pc:spChg>
        <pc:spChg chg="add mod">
          <ac:chgData name="Des De Borger" userId="6a3904e793556f1f" providerId="LiveId" clId="{7110ED3E-616E-4F83-83B6-C0BC63912E1A}" dt="2026-04-10T16:52:34.113" v="1037" actId="1035"/>
          <ac:spMkLst>
            <pc:docMk/>
            <pc:sldMk cId="44306449" sldId="260"/>
            <ac:spMk id="87" creationId="{5D2D5181-CBBC-5C5C-CC54-B33C490C7553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4" creationId="{B76C5EB7-DF0E-5A14-C22D-EFB784DB3DAF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6" creationId="{197E0001-738A-0807-62B3-0AE5C4140938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9" creationId="{997217D8-076D-BBE7-C774-754D47A7E62D}"/>
          </ac:spMkLst>
        </pc:spChg>
        <pc:spChg chg="mod">
          <ac:chgData name="Des De Borger" userId="6a3904e793556f1f" providerId="LiveId" clId="{7110ED3E-616E-4F83-83B6-C0BC63912E1A}" dt="2026-04-10T14:07:34.925" v="891" actId="1036"/>
          <ac:spMkLst>
            <pc:docMk/>
            <pc:sldMk cId="44306449" sldId="260"/>
            <ac:spMk id="102" creationId="{7980F3B6-8D56-239E-BB91-C34B6A7DA6D6}"/>
          </ac:spMkLst>
        </pc:spChg>
        <pc:spChg chg="mod">
          <ac:chgData name="Des De Borger" userId="6a3904e793556f1f" providerId="LiveId" clId="{7110ED3E-616E-4F83-83B6-C0BC63912E1A}" dt="2026-04-10T14:07:09.221" v="882" actId="1037"/>
          <ac:spMkLst>
            <pc:docMk/>
            <pc:sldMk cId="44306449" sldId="260"/>
            <ac:spMk id="103" creationId="{30117F2C-0F7C-45CB-B4D1-1EB0745AE776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05" creationId="{F96CC33B-F30D-5A5D-B7C6-BB0EED8ABBA2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07" creationId="{BF55D1F5-B5B4-EFAA-A798-9501D3529ABB}"/>
          </ac:spMkLst>
        </pc:spChg>
        <pc:spChg chg="add del mod">
          <ac:chgData name="Des De Borger" userId="6a3904e793556f1f" providerId="LiveId" clId="{7110ED3E-616E-4F83-83B6-C0BC63912E1A}" dt="2026-04-10T16:51:54.333" v="1006" actId="1036"/>
          <ac:spMkLst>
            <pc:docMk/>
            <pc:sldMk cId="44306449" sldId="260"/>
            <ac:spMk id="112" creationId="{2BC52BCE-C63F-5FEE-8E0C-D63D9826377B}"/>
          </ac:spMkLst>
        </pc:spChg>
        <pc:spChg chg="add del mod">
          <ac:chgData name="Des De Borger" userId="6a3904e793556f1f" providerId="LiveId" clId="{7110ED3E-616E-4F83-83B6-C0BC63912E1A}" dt="2026-04-10T16:51:59.997" v="1013" actId="1036"/>
          <ac:spMkLst>
            <pc:docMk/>
            <pc:sldMk cId="44306449" sldId="260"/>
            <ac:spMk id="113" creationId="{92468C3F-BD87-F2CA-32A9-D093FC67B8A0}"/>
          </ac:spMkLst>
        </pc:spChg>
        <pc:spChg chg="mod">
          <ac:chgData name="Des De Borger" userId="6a3904e793556f1f" providerId="LiveId" clId="{7110ED3E-616E-4F83-83B6-C0BC63912E1A}" dt="2026-04-10T16:52:03.126" v="1019" actId="1036"/>
          <ac:spMkLst>
            <pc:docMk/>
            <pc:sldMk cId="44306449" sldId="260"/>
            <ac:spMk id="114" creationId="{FE6A521C-1F0A-F134-651D-8720D6578E8E}"/>
          </ac:spMkLst>
        </pc:spChg>
        <pc:spChg chg="mod">
          <ac:chgData name="Des De Borger" userId="6a3904e793556f1f" providerId="LiveId" clId="{7110ED3E-616E-4F83-83B6-C0BC63912E1A}" dt="2026-04-10T16:52:06.861" v="1020" actId="688"/>
          <ac:spMkLst>
            <pc:docMk/>
            <pc:sldMk cId="44306449" sldId="260"/>
            <ac:spMk id="115" creationId="{E21DF9B7-6B99-0B88-D83D-B2CEE1DAE15E}"/>
          </ac:spMkLst>
        </pc:spChg>
        <pc:spChg chg="mod">
          <ac:chgData name="Des De Borger" userId="6a3904e793556f1f" providerId="LiveId" clId="{7110ED3E-616E-4F83-83B6-C0BC63912E1A}" dt="2026-04-10T14:07:38.507" v="892" actId="14100"/>
          <ac:spMkLst>
            <pc:docMk/>
            <pc:sldMk cId="44306449" sldId="260"/>
            <ac:spMk id="119" creationId="{AE0529FD-CB8F-827D-A797-AE67F9A43F26}"/>
          </ac:spMkLst>
        </pc:spChg>
        <pc:spChg chg="mod">
          <ac:chgData name="Des De Borger" userId="6a3904e793556f1f" providerId="LiveId" clId="{7110ED3E-616E-4F83-83B6-C0BC63912E1A}" dt="2026-04-10T14:07:13.618" v="883" actId="14100"/>
          <ac:spMkLst>
            <pc:docMk/>
            <pc:sldMk cId="44306449" sldId="260"/>
            <ac:spMk id="123" creationId="{815FAF53-3F48-861E-3F7A-9D1596D004C7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26" creationId="{ADB77613-D59A-98E8-69BF-A1E6828B9DAA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29" creationId="{A9CBCAB3-377C-41CA-9FAE-72B46C4CBE8C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35" creationId="{21214F7E-72CB-8335-FC5A-3F5A541FB58C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49" creationId="{7AF76B45-180A-CD95-B47A-23720DDD70BD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3" creationId="{29D79F8A-E4FE-2556-024C-45E7129B1A76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8" creationId="{FC84FB80-E8E7-BD1D-01C5-24D4A8BDF956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9" creationId="{AE14A4A1-B9A1-349F-06C9-F710A77B8877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65" creationId="{B2B710B0-D347-1F70-0D4A-F6AA2003EC33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69" creationId="{F4889418-F596-7DA0-CD30-1CE0031590AE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1" creationId="{6FC50510-B9C9-7AD7-328B-D476C22D4253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2" creationId="{7CFBD28B-CCC7-D5C6-6536-799001D09AB8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5" creationId="{4704A24A-AA46-632F-00F5-27BB79DC44FB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82" creationId="{52FCC217-B8E6-3DE7-A0E4-8117EC4B62DB}"/>
          </ac:spMkLst>
        </pc:spChg>
        <pc:spChg chg="add del mod">
          <ac:chgData name="Des De Borger" userId="6a3904e793556f1f" providerId="LiveId" clId="{7110ED3E-616E-4F83-83B6-C0BC63912E1A}" dt="2026-04-10T14:08:22.344" v="903" actId="478"/>
          <ac:spMkLst>
            <pc:docMk/>
            <pc:sldMk cId="44306449" sldId="260"/>
            <ac:spMk id="190" creationId="{C51CDC60-999F-2905-1C52-D3C460DC0481}"/>
          </ac:spMkLst>
        </pc:spChg>
        <pc:spChg chg="add mod">
          <ac:chgData name="Des De Borger" userId="6a3904e793556f1f" providerId="LiveId" clId="{7110ED3E-616E-4F83-83B6-C0BC63912E1A}" dt="2026-04-10T14:09:15.856" v="935" actId="1076"/>
          <ac:spMkLst>
            <pc:docMk/>
            <pc:sldMk cId="44306449" sldId="260"/>
            <ac:spMk id="191" creationId="{727C2FD5-CDDA-6DD1-B19F-EB8EB365650B}"/>
          </ac:spMkLst>
        </pc:spChg>
        <pc:spChg chg="add del mod">
          <ac:chgData name="Des De Borger" userId="6a3904e793556f1f" providerId="LiveId" clId="{7110ED3E-616E-4F83-83B6-C0BC63912E1A}" dt="2026-04-10T14:09:25.564" v="939"/>
          <ac:spMkLst>
            <pc:docMk/>
            <pc:sldMk cId="44306449" sldId="260"/>
            <ac:spMk id="192" creationId="{DD831D13-83C2-7152-C731-1BAB3C0C28F7}"/>
          </ac:spMkLst>
        </pc:spChg>
        <pc:spChg chg="add mod">
          <ac:chgData name="Des De Borger" userId="6a3904e793556f1f" providerId="LiveId" clId="{7110ED3E-616E-4F83-83B6-C0BC63912E1A}" dt="2026-04-10T14:10:53.458" v="991" actId="1076"/>
          <ac:spMkLst>
            <pc:docMk/>
            <pc:sldMk cId="44306449" sldId="260"/>
            <ac:spMk id="195" creationId="{8B7B7743-4040-35FA-DDEB-B4099B85C678}"/>
          </ac:spMkLst>
        </pc:spChg>
        <pc:spChg chg="add del mod">
          <ac:chgData name="Des De Borger" userId="6a3904e793556f1f" providerId="LiveId" clId="{7110ED3E-616E-4F83-83B6-C0BC63912E1A}" dt="2026-04-10T14:10:39.947" v="988" actId="478"/>
          <ac:spMkLst>
            <pc:docMk/>
            <pc:sldMk cId="44306449" sldId="260"/>
            <ac:spMk id="196" creationId="{F177BA96-86BA-C26A-9F73-FEE64DF01669}"/>
          </ac:spMkLst>
        </pc:spChg>
        <pc:spChg chg="add mod">
          <ac:chgData name="Des De Borger" userId="6a3904e793556f1f" providerId="LiveId" clId="{7110ED3E-616E-4F83-83B6-C0BC63912E1A}" dt="2026-04-10T17:28:05.999" v="1043" actId="1076"/>
          <ac:spMkLst>
            <pc:docMk/>
            <pc:sldMk cId="44306449" sldId="260"/>
            <ac:spMk id="202" creationId="{8AEB1562-75CB-9580-1518-305A3035B38B}"/>
          </ac:spMkLst>
        </pc:spChg>
        <pc:grpChg chg="add mod">
          <ac:chgData name="Des De Borger" userId="6a3904e793556f1f" providerId="LiveId" clId="{7110ED3E-616E-4F83-83B6-C0BC63912E1A}" dt="2026-04-10T13:58:29.364" v="685" actId="164"/>
          <ac:grpSpMkLst>
            <pc:docMk/>
            <pc:sldMk cId="44306449" sldId="260"/>
            <ac:grpSpMk id="13" creationId="{BA6926AE-CF8C-160B-EDDA-30A379381AD5}"/>
          </ac:grpSpMkLst>
        </pc:grpChg>
        <pc:grpChg chg="add del mod">
          <ac:chgData name="Des De Borger" userId="6a3904e793556f1f" providerId="LiveId" clId="{7110ED3E-616E-4F83-83B6-C0BC63912E1A}" dt="2026-04-10T13:56:10.438" v="651" actId="478"/>
          <ac:grpSpMkLst>
            <pc:docMk/>
            <pc:sldMk cId="44306449" sldId="260"/>
            <ac:grpSpMk id="14" creationId="{9E494973-C1F2-9473-36E2-ADAA6662BDF3}"/>
          </ac:grpSpMkLst>
        </pc:grpChg>
        <pc:grpChg chg="add mod">
          <ac:chgData name="Des De Borger" userId="6a3904e793556f1f" providerId="LiveId" clId="{7110ED3E-616E-4F83-83B6-C0BC63912E1A}" dt="2026-04-10T13:58:29.364" v="685" actId="164"/>
          <ac:grpSpMkLst>
            <pc:docMk/>
            <pc:sldMk cId="44306449" sldId="260"/>
            <ac:grpSpMk id="20" creationId="{BE240841-6D25-6403-537C-5834BF215732}"/>
          </ac:grpSpMkLst>
        </pc:grpChg>
        <pc:grpChg chg="add mod">
          <ac:chgData name="Des De Borger" userId="6a3904e793556f1f" providerId="LiveId" clId="{7110ED3E-616E-4F83-83B6-C0BC63912E1A}" dt="2026-04-10T13:58:30.904" v="688" actId="1037"/>
          <ac:grpSpMkLst>
            <pc:docMk/>
            <pc:sldMk cId="44306449" sldId="260"/>
            <ac:grpSpMk id="29" creationId="{A5787407-41BF-B9B0-EC6F-3C92C3FB1ADC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40" creationId="{EA638952-736A-3586-ED8F-DCBE82666A02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42" creationId="{BD2D32DA-5ED2-A571-F66D-F274E1EEF33F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55" creationId="{FF475903-4F57-A847-9C93-4057B2E3ACB9}"/>
          </ac:grpSpMkLst>
        </pc:grpChg>
        <pc:grpChg chg="add mod">
          <ac:chgData name="Des De Borger" userId="6a3904e793556f1f" providerId="LiveId" clId="{7110ED3E-616E-4F83-83B6-C0BC63912E1A}" dt="2026-04-10T14:05:45.687" v="855" actId="1038"/>
          <ac:grpSpMkLst>
            <pc:docMk/>
            <pc:sldMk cId="44306449" sldId="260"/>
            <ac:grpSpMk id="88" creationId="{8556468A-77EE-C356-048F-6A1E93A4B730}"/>
          </ac:grpSpMkLst>
        </pc:grpChg>
        <pc:grpChg chg="mod">
          <ac:chgData name="Des De Borger" userId="6a3904e793556f1f" providerId="LiveId" clId="{7110ED3E-616E-4F83-83B6-C0BC63912E1A}" dt="2026-04-10T14:05:56.808" v="862" actId="1076"/>
          <ac:grpSpMkLst>
            <pc:docMk/>
            <pc:sldMk cId="44306449" sldId="260"/>
            <ac:grpSpMk id="89" creationId="{D8BFA7E1-28A0-733E-03C6-FF3E987D0ED4}"/>
          </ac:grpSpMkLst>
        </pc:grpChg>
        <pc:grpChg chg="mod">
          <ac:chgData name="Des De Borger" userId="6a3904e793556f1f" providerId="LiveId" clId="{7110ED3E-616E-4F83-83B6-C0BC63912E1A}" dt="2026-04-10T14:06:35.948" v="872" actId="1076"/>
          <ac:grpSpMkLst>
            <pc:docMk/>
            <pc:sldMk cId="44306449" sldId="260"/>
            <ac:grpSpMk id="90" creationId="{7465C1CC-0973-2D10-05F1-8658DE98DEB6}"/>
          </ac:grpSpMkLst>
        </pc:grpChg>
        <pc:picChg chg="add mod modCrop">
          <ac:chgData name="Des De Borger" userId="6a3904e793556f1f" providerId="LiveId" clId="{7110ED3E-616E-4F83-83B6-C0BC63912E1A}" dt="2026-04-10T16:52:30.282" v="1034" actId="1076"/>
          <ac:picMkLst>
            <pc:docMk/>
            <pc:sldMk cId="44306449" sldId="260"/>
            <ac:picMk id="4" creationId="{BD3D9928-B583-C170-569B-4CF753E72ACD}"/>
          </ac:picMkLst>
        </pc:picChg>
        <pc:picChg chg="add mod">
          <ac:chgData name="Des De Borger" userId="6a3904e793556f1f" providerId="LiveId" clId="{7110ED3E-616E-4F83-83B6-C0BC63912E1A}" dt="2026-04-10T13:52:15.178" v="600" actId="571"/>
          <ac:picMkLst>
            <pc:docMk/>
            <pc:sldMk cId="44306449" sldId="260"/>
            <ac:picMk id="9" creationId="{BD2A560A-3011-C97F-6902-A453C6A0E496}"/>
          </ac:picMkLst>
        </pc:picChg>
        <pc:picChg chg="mod modCrop">
          <ac:chgData name="Des De Borger" userId="6a3904e793556f1f" providerId="LiveId" clId="{7110ED3E-616E-4F83-83B6-C0BC63912E1A}" dt="2026-04-10T16:51:56.653" v="1008" actId="1076"/>
          <ac:picMkLst>
            <pc:docMk/>
            <pc:sldMk cId="44306449" sldId="260"/>
            <ac:picMk id="91" creationId="{4614E7EA-67A0-05E4-1EB3-90C66F911E95}"/>
          </ac:picMkLst>
        </pc:picChg>
        <pc:cxnChg chg="del">
          <ac:chgData name="Des De Borger" userId="6a3904e793556f1f" providerId="LiveId" clId="{7110ED3E-616E-4F83-83B6-C0BC63912E1A}" dt="2026-04-10T13:40:03.166" v="430" actId="478"/>
          <ac:cxnSpMkLst>
            <pc:docMk/>
            <pc:sldMk cId="44306449" sldId="260"/>
            <ac:cxnSpMk id="30" creationId="{1B22BDB2-9D20-3405-2FE9-D3D5BF7D6B9B}"/>
          </ac:cxnSpMkLst>
        </pc:cxnChg>
        <pc:cxnChg chg="add mod">
          <ac:chgData name="Des De Borger" userId="6a3904e793556f1f" providerId="LiveId" clId="{7110ED3E-616E-4F83-83B6-C0BC63912E1A}" dt="2026-04-10T14:02:22.806" v="760" actId="164"/>
          <ac:cxnSpMkLst>
            <pc:docMk/>
            <pc:sldMk cId="44306449" sldId="260"/>
            <ac:cxnSpMk id="54" creationId="{F85381B9-6C75-6D17-D5C7-77D9F01A7082}"/>
          </ac:cxnSpMkLst>
        </pc:cxnChg>
        <pc:cxnChg chg="add mod">
          <ac:chgData name="Des De Borger" userId="6a3904e793556f1f" providerId="LiveId" clId="{7110ED3E-616E-4F83-83B6-C0BC63912E1A}" dt="2026-04-10T14:07:03.160" v="879" actId="14100"/>
          <ac:cxnSpMkLst>
            <pc:docMk/>
            <pc:sldMk cId="44306449" sldId="260"/>
            <ac:cxnSpMk id="138" creationId="{999D6ABB-EC5E-533F-8C77-3181BF174984}"/>
          </ac:cxnSpMkLst>
        </pc:cxnChg>
        <pc:cxnChg chg="add mod">
          <ac:chgData name="Des De Borger" userId="6a3904e793556f1f" providerId="LiveId" clId="{7110ED3E-616E-4F83-83B6-C0BC63912E1A}" dt="2026-04-10T14:07:20.258" v="886" actId="1076"/>
          <ac:cxnSpMkLst>
            <pc:docMk/>
            <pc:sldMk cId="44306449" sldId="260"/>
            <ac:cxnSpMk id="187" creationId="{7AB4C50B-7861-0F24-AAA9-AF46CB0157A4}"/>
          </ac:cxnSpMkLst>
        </pc:cxnChg>
        <pc:cxnChg chg="add mod">
          <ac:chgData name="Des De Borger" userId="6a3904e793556f1f" providerId="LiveId" clId="{7110ED3E-616E-4F83-83B6-C0BC63912E1A}" dt="2026-04-10T14:08:06.386" v="900" actId="1035"/>
          <ac:cxnSpMkLst>
            <pc:docMk/>
            <pc:sldMk cId="44306449" sldId="260"/>
            <ac:cxnSpMk id="188" creationId="{5CF263CA-7C44-EF27-9EB9-6C1B49BEBD64}"/>
          </ac:cxnSpMkLst>
        </pc:cxnChg>
        <pc:cxnChg chg="add mod">
          <ac:chgData name="Des De Borger" userId="6a3904e793556f1f" providerId="LiveId" clId="{7110ED3E-616E-4F83-83B6-C0BC63912E1A}" dt="2026-04-10T14:08:06.386" v="900" actId="1035"/>
          <ac:cxnSpMkLst>
            <pc:docMk/>
            <pc:sldMk cId="44306449" sldId="260"/>
            <ac:cxnSpMk id="189" creationId="{E2E3C35A-A7A0-705A-EB05-E381FC1502F1}"/>
          </ac:cxnSpMkLst>
        </pc:cxnChg>
        <pc:cxnChg chg="add mod">
          <ac:chgData name="Des De Borger" userId="6a3904e793556f1f" providerId="LiveId" clId="{7110ED3E-616E-4F83-83B6-C0BC63912E1A}" dt="2026-04-10T14:09:23.844" v="937"/>
          <ac:cxnSpMkLst>
            <pc:docMk/>
            <pc:sldMk cId="44306449" sldId="260"/>
            <ac:cxnSpMk id="193" creationId="{30D14523-7C4D-3777-2127-F5D0789C3925}"/>
          </ac:cxnSpMkLst>
        </pc:cxnChg>
        <pc:cxnChg chg="add mod">
          <ac:chgData name="Des De Borger" userId="6a3904e793556f1f" providerId="LiveId" clId="{7110ED3E-616E-4F83-83B6-C0BC63912E1A}" dt="2026-04-10T14:09:23.844" v="937"/>
          <ac:cxnSpMkLst>
            <pc:docMk/>
            <pc:sldMk cId="44306449" sldId="260"/>
            <ac:cxnSpMk id="194" creationId="{D9DBE2D6-4EE5-FC45-8C76-32B5988B53DD}"/>
          </ac:cxnSpMkLst>
        </pc:cxnChg>
        <pc:cxnChg chg="add del">
          <ac:chgData name="Des De Borger" userId="6a3904e793556f1f" providerId="LiveId" clId="{7110ED3E-616E-4F83-83B6-C0BC63912E1A}" dt="2026-04-10T14:11:05.257" v="993" actId="478"/>
          <ac:cxnSpMkLst>
            <pc:docMk/>
            <pc:sldMk cId="44306449" sldId="260"/>
            <ac:cxnSpMk id="198" creationId="{CEDBAB44-D3BA-68BE-D1BE-C4E5E1C944E4}"/>
          </ac:cxnSpMkLst>
        </pc:cxnChg>
        <pc:cxnChg chg="add mod">
          <ac:chgData name="Des De Borger" userId="6a3904e793556f1f" providerId="LiveId" clId="{7110ED3E-616E-4F83-83B6-C0BC63912E1A}" dt="2026-04-10T16:51:47.491" v="1002" actId="1582"/>
          <ac:cxnSpMkLst>
            <pc:docMk/>
            <pc:sldMk cId="44306449" sldId="260"/>
            <ac:cxnSpMk id="200" creationId="{EE158B1C-8801-EC5D-BC0F-00B590B9F4A5}"/>
          </ac:cxnSpMkLst>
        </pc:cxnChg>
        <pc:cxnChg chg="add mod">
          <ac:chgData name="Des De Borger" userId="6a3904e793556f1f" providerId="LiveId" clId="{7110ED3E-616E-4F83-83B6-C0BC63912E1A}" dt="2026-04-10T17:28:13.430" v="1047" actId="14100"/>
          <ac:cxnSpMkLst>
            <pc:docMk/>
            <pc:sldMk cId="44306449" sldId="260"/>
            <ac:cxnSpMk id="203" creationId="{4B8C9FA2-9C3F-0CAF-2FC8-9631D6AE6132}"/>
          </ac:cxnSpMkLst>
        </pc:cxnChg>
      </pc:sldChg>
      <pc:sldChg chg="addSp delSp modSp new mod">
        <pc:chgData name="Des De Borger" userId="6a3904e793556f1f" providerId="LiveId" clId="{7110ED3E-616E-4F83-83B6-C0BC63912E1A}" dt="2026-04-11T08:52:38.863" v="1279" actId="1076"/>
        <pc:sldMkLst>
          <pc:docMk/>
          <pc:sldMk cId="1174316287" sldId="261"/>
        </pc:sldMkLst>
        <pc:spChg chg="del">
          <ac:chgData name="Des De Borger" userId="6a3904e793556f1f" providerId="LiveId" clId="{7110ED3E-616E-4F83-83B6-C0BC63912E1A}" dt="2026-04-10T17:51:43.396" v="1049" actId="478"/>
          <ac:spMkLst>
            <pc:docMk/>
            <pc:sldMk cId="1174316287" sldId="261"/>
            <ac:spMk id="2" creationId="{D871470F-678A-157F-1C23-BF5E5C6EB2DA}"/>
          </ac:spMkLst>
        </pc:spChg>
        <pc:spChg chg="del">
          <ac:chgData name="Des De Borger" userId="6a3904e793556f1f" providerId="LiveId" clId="{7110ED3E-616E-4F83-83B6-C0BC63912E1A}" dt="2026-04-10T17:51:44.158" v="1050" actId="478"/>
          <ac:spMkLst>
            <pc:docMk/>
            <pc:sldMk cId="1174316287" sldId="261"/>
            <ac:spMk id="3" creationId="{E314AAE4-4022-ABD2-CE9C-2B480CDC4592}"/>
          </ac:spMkLst>
        </pc:spChg>
        <pc:spChg chg="add mod ord">
          <ac:chgData name="Des De Borger" userId="6a3904e793556f1f" providerId="LiveId" clId="{7110ED3E-616E-4F83-83B6-C0BC63912E1A}" dt="2026-04-10T17:57:13.927" v="1159" actId="207"/>
          <ac:spMkLst>
            <pc:docMk/>
            <pc:sldMk cId="1174316287" sldId="261"/>
            <ac:spMk id="4" creationId="{1C898B87-C499-A563-9D36-AA57A37BB93F}"/>
          </ac:spMkLst>
        </pc:spChg>
        <pc:spChg chg="add mod">
          <ac:chgData name="Des De Borger" userId="6a3904e793556f1f" providerId="LiveId" clId="{7110ED3E-616E-4F83-83B6-C0BC63912E1A}" dt="2026-04-11T08:52:22.694" v="1257" actId="1076"/>
          <ac:spMkLst>
            <pc:docMk/>
            <pc:sldMk cId="1174316287" sldId="261"/>
            <ac:spMk id="5" creationId="{C114A2C6-66C1-E0A9-58D7-0F09A491E4E6}"/>
          </ac:spMkLst>
        </pc:spChg>
        <pc:spChg chg="add mod">
          <ac:chgData name="Des De Borger" userId="6a3904e793556f1f" providerId="LiveId" clId="{7110ED3E-616E-4F83-83B6-C0BC63912E1A}" dt="2026-04-10T17:55:56.748" v="1158" actId="1036"/>
          <ac:spMkLst>
            <pc:docMk/>
            <pc:sldMk cId="1174316287" sldId="261"/>
            <ac:spMk id="13" creationId="{DEE06F6D-96CC-82C1-BDBD-214539E399A1}"/>
          </ac:spMkLst>
        </pc:spChg>
        <pc:spChg chg="add mod">
          <ac:chgData name="Des De Borger" userId="6a3904e793556f1f" providerId="LiveId" clId="{7110ED3E-616E-4F83-83B6-C0BC63912E1A}" dt="2026-04-11T08:52:17.798" v="1253" actId="1076"/>
          <ac:spMkLst>
            <pc:docMk/>
            <pc:sldMk cId="1174316287" sldId="261"/>
            <ac:spMk id="22" creationId="{A0346F3C-6EA4-42D3-7DF4-2A71729168E0}"/>
          </ac:spMkLst>
        </pc:spChg>
        <pc:spChg chg="add mod">
          <ac:chgData name="Des De Borger" userId="6a3904e793556f1f" providerId="LiveId" clId="{7110ED3E-616E-4F83-83B6-C0BC63912E1A}" dt="2026-04-11T08:52:38.863" v="1279" actId="1076"/>
          <ac:spMkLst>
            <pc:docMk/>
            <pc:sldMk cId="1174316287" sldId="261"/>
            <ac:spMk id="23" creationId="{CF07195E-F0C3-782C-2ABF-C1514D836AC2}"/>
          </ac:spMkLst>
        </pc:spChg>
        <pc:spChg chg="add mod">
          <ac:chgData name="Des De Borger" userId="6a3904e793556f1f" providerId="LiveId" clId="{7110ED3E-616E-4F83-83B6-C0BC63912E1A}" dt="2026-04-10T17:55:10.173" v="1137" actId="20577"/>
          <ac:spMkLst>
            <pc:docMk/>
            <pc:sldMk cId="1174316287" sldId="261"/>
            <ac:spMk id="24" creationId="{77AD18EE-7248-B617-AC07-C2DF09E0FCB6}"/>
          </ac:spMkLst>
        </pc:spChg>
        <pc:spChg chg="add mod">
          <ac:chgData name="Des De Borger" userId="6a3904e793556f1f" providerId="LiveId" clId="{7110ED3E-616E-4F83-83B6-C0BC63912E1A}" dt="2026-04-11T08:51:38.046" v="1241" actId="1076"/>
          <ac:spMkLst>
            <pc:docMk/>
            <pc:sldMk cId="1174316287" sldId="261"/>
            <ac:spMk id="28" creationId="{C7D2E405-6F5F-E628-E7A6-E23115EA2772}"/>
          </ac:spMkLst>
        </pc:spChg>
        <pc:spChg chg="add mod">
          <ac:chgData name="Des De Borger" userId="6a3904e793556f1f" providerId="LiveId" clId="{7110ED3E-616E-4F83-83B6-C0BC63912E1A}" dt="2026-04-10T18:14:15.741" v="1172" actId="1076"/>
          <ac:spMkLst>
            <pc:docMk/>
            <pc:sldMk cId="1174316287" sldId="261"/>
            <ac:spMk id="29" creationId="{D1420C83-9F6E-0292-FEF0-5B0ECB909F7B}"/>
          </ac:spMkLst>
        </pc:spChg>
        <pc:spChg chg="add mod">
          <ac:chgData name="Des De Borger" userId="6a3904e793556f1f" providerId="LiveId" clId="{7110ED3E-616E-4F83-83B6-C0BC63912E1A}" dt="2026-04-10T18:14:26.257" v="1177" actId="1076"/>
          <ac:spMkLst>
            <pc:docMk/>
            <pc:sldMk cId="1174316287" sldId="261"/>
            <ac:spMk id="30" creationId="{BF3637FE-7C06-6D4E-25B8-FE3486841B39}"/>
          </ac:spMkLst>
        </pc:spChg>
        <pc:spChg chg="add mod">
          <ac:chgData name="Des De Borger" userId="6a3904e793556f1f" providerId="LiveId" clId="{7110ED3E-616E-4F83-83B6-C0BC63912E1A}" dt="2026-04-10T18:16:11.705" v="1229" actId="1076"/>
          <ac:spMkLst>
            <pc:docMk/>
            <pc:sldMk cId="1174316287" sldId="261"/>
            <ac:spMk id="36" creationId="{6725A3B4-15DF-C8B7-5373-3E125B52E669}"/>
          </ac:spMkLst>
        </pc:spChg>
        <pc:spChg chg="add mod">
          <ac:chgData name="Des De Borger" userId="6a3904e793556f1f" providerId="LiveId" clId="{7110ED3E-616E-4F83-83B6-C0BC63912E1A}" dt="2026-04-10T18:15:42.080" v="1219" actId="1076"/>
          <ac:spMkLst>
            <pc:docMk/>
            <pc:sldMk cId="1174316287" sldId="261"/>
            <ac:spMk id="37" creationId="{57918366-2F90-57BB-5D7E-38BC3E7B8FFF}"/>
          </ac:spMkLst>
        </pc:spChg>
        <pc:spChg chg="add mod">
          <ac:chgData name="Des De Borger" userId="6a3904e793556f1f" providerId="LiveId" clId="{7110ED3E-616E-4F83-83B6-C0BC63912E1A}" dt="2026-04-10T18:16:08.021" v="1226" actId="208"/>
          <ac:spMkLst>
            <pc:docMk/>
            <pc:sldMk cId="1174316287" sldId="261"/>
            <ac:spMk id="40" creationId="{8BBAF602-0121-F367-6132-BFAFCE908351}"/>
          </ac:spMkLst>
        </pc:spChg>
        <pc:spChg chg="add mod">
          <ac:chgData name="Des De Borger" userId="6a3904e793556f1f" providerId="LiveId" clId="{7110ED3E-616E-4F83-83B6-C0BC63912E1A}" dt="2026-04-10T18:16:20.191" v="1240" actId="1076"/>
          <ac:spMkLst>
            <pc:docMk/>
            <pc:sldMk cId="1174316287" sldId="261"/>
            <ac:spMk id="41" creationId="{94C92E6F-7711-868C-D6E0-3FB0F8038512}"/>
          </ac:spMkLst>
        </pc:spChg>
        <pc:spChg chg="add mod">
          <ac:chgData name="Des De Borger" userId="6a3904e793556f1f" providerId="LiveId" clId="{7110ED3E-616E-4F83-83B6-C0BC63912E1A}" dt="2026-04-11T08:52:35.594" v="1278" actId="1076"/>
          <ac:spMkLst>
            <pc:docMk/>
            <pc:sldMk cId="1174316287" sldId="261"/>
            <ac:spMk id="49" creationId="{A8531DFA-CCDC-8980-8C37-861701101388}"/>
          </ac:spMkLst>
        </pc:spChg>
        <pc:cxnChg chg="add mod">
          <ac:chgData name="Des De Borger" userId="6a3904e793556f1f" providerId="LiveId" clId="{7110ED3E-616E-4F83-83B6-C0BC63912E1A}" dt="2026-04-10T17:53:09.531" v="1076" actId="14100"/>
          <ac:cxnSpMkLst>
            <pc:docMk/>
            <pc:sldMk cId="1174316287" sldId="261"/>
            <ac:cxnSpMk id="7" creationId="{15E02173-D19B-8F71-BE20-80E76D925E3F}"/>
          </ac:cxnSpMkLst>
        </pc:cxnChg>
        <pc:cxnChg chg="add mod">
          <ac:chgData name="Des De Borger" userId="6a3904e793556f1f" providerId="LiveId" clId="{7110ED3E-616E-4F83-83B6-C0BC63912E1A}" dt="2026-04-10T17:53:25.848" v="1080" actId="1582"/>
          <ac:cxnSpMkLst>
            <pc:docMk/>
            <pc:sldMk cId="1174316287" sldId="261"/>
            <ac:cxnSpMk id="11" creationId="{331C4C12-E211-5BE3-E665-A3A667FF7700}"/>
          </ac:cxnSpMkLst>
        </pc:cxnChg>
        <pc:cxnChg chg="add mod ord">
          <ac:chgData name="Des De Borger" userId="6a3904e793556f1f" providerId="LiveId" clId="{7110ED3E-616E-4F83-83B6-C0BC63912E1A}" dt="2026-04-10T17:54:20.750" v="1112" actId="1035"/>
          <ac:cxnSpMkLst>
            <pc:docMk/>
            <pc:sldMk cId="1174316287" sldId="261"/>
            <ac:cxnSpMk id="15" creationId="{732DA833-1DE4-0159-9275-63B09932E2E1}"/>
          </ac:cxnSpMkLst>
        </pc:cxnChg>
        <pc:cxnChg chg="add mod">
          <ac:chgData name="Des De Borger" userId="6a3904e793556f1f" providerId="LiveId" clId="{7110ED3E-616E-4F83-83B6-C0BC63912E1A}" dt="2026-04-10T17:54:17.613" v="1097" actId="14100"/>
          <ac:cxnSpMkLst>
            <pc:docMk/>
            <pc:sldMk cId="1174316287" sldId="261"/>
            <ac:cxnSpMk id="16" creationId="{8D8BDB61-9904-A834-B498-4838A8EAA560}"/>
          </ac:cxnSpMkLst>
        </pc:cxnChg>
        <pc:cxnChg chg="add mod">
          <ac:chgData name="Des De Borger" userId="6a3904e793556f1f" providerId="LiveId" clId="{7110ED3E-616E-4F83-83B6-C0BC63912E1A}" dt="2026-04-10T17:55:29.090" v="1142" actId="208"/>
          <ac:cxnSpMkLst>
            <pc:docMk/>
            <pc:sldMk cId="1174316287" sldId="261"/>
            <ac:cxnSpMk id="26" creationId="{8A6F21B1-1C87-64C6-02E9-BDC66F9DEEBA}"/>
          </ac:cxnSpMkLst>
        </pc:cxnChg>
        <pc:cxnChg chg="add mod">
          <ac:chgData name="Des De Borger" userId="6a3904e793556f1f" providerId="LiveId" clId="{7110ED3E-616E-4F83-83B6-C0BC63912E1A}" dt="2026-04-10T18:15:44.920" v="1220" actId="14100"/>
          <ac:cxnSpMkLst>
            <pc:docMk/>
            <pc:sldMk cId="1174316287" sldId="261"/>
            <ac:cxnSpMk id="32" creationId="{5028F955-3F79-A306-A655-DD7A834C7086}"/>
          </ac:cxnSpMkLst>
        </pc:cxnChg>
        <pc:cxnChg chg="add mod">
          <ac:chgData name="Des De Borger" userId="6a3904e793556f1f" providerId="LiveId" clId="{7110ED3E-616E-4F83-83B6-C0BC63912E1A}" dt="2026-04-10T18:16:13.472" v="1231" actId="1076"/>
          <ac:cxnSpMkLst>
            <pc:docMk/>
            <pc:sldMk cId="1174316287" sldId="261"/>
            <ac:cxnSpMk id="33" creationId="{0C5567E9-0B94-3687-A5C5-DD80F0A3A882}"/>
          </ac:cxnSpMkLst>
        </pc:cxnChg>
        <pc:cxnChg chg="add mod">
          <ac:chgData name="Des De Borger" userId="6a3904e793556f1f" providerId="LiveId" clId="{7110ED3E-616E-4F83-83B6-C0BC63912E1A}" dt="2026-04-11T08:51:44.308" v="1243" actId="1076"/>
          <ac:cxnSpMkLst>
            <pc:docMk/>
            <pc:sldMk cId="1174316287" sldId="261"/>
            <ac:cxnSpMk id="42" creationId="{7491198F-4D24-D146-492D-72548DD4FB99}"/>
          </ac:cxnSpMkLst>
        </pc:cxnChg>
        <pc:cxnChg chg="add mod">
          <ac:chgData name="Des De Borger" userId="6a3904e793556f1f" providerId="LiveId" clId="{7110ED3E-616E-4F83-83B6-C0BC63912E1A}" dt="2026-04-11T08:52:19.455" v="1254" actId="14100"/>
          <ac:cxnSpMkLst>
            <pc:docMk/>
            <pc:sldMk cId="1174316287" sldId="261"/>
            <ac:cxnSpMk id="44" creationId="{10F81B59-F503-A8A2-28DC-3919FBF9490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BE612-9D1D-4C11-AAD0-CDB0BA54BA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3425F0-77A3-47C0-A8D8-AE05194DEAE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4846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316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AE0E9-21AC-A094-7FFB-6D5F3F31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842119-C705-2337-09D9-BB8837BA5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C99B8-1B43-19E8-0EA0-78126EAAA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C4B04-79B8-831D-0C84-83046D0DF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29000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C0B-4775-1372-E90E-6CB030A59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21F92-594A-C441-F9DA-CD5FFBB5B5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A583B-E7B7-E6BE-2A6F-6B7127F7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06375-E5D8-513E-75E6-936D0DB96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230C7-038B-0226-1F3B-76211BCAB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0105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E8E47-1E07-21A9-F5AE-4667B0871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B6FD4-A250-16E9-8157-4AAA74049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DC94-493A-E074-3716-C1F6F47F5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1CA4-272F-51B2-CEDF-16A81D122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2BE3D-9A76-2442-69DC-511A210D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95579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2BFE-C6DF-1572-5D8A-476E5FA31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60D3D-5D0A-56C3-0D5E-3E53C9B41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07CF-30CF-0F15-7811-4D94BA31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544F8-1533-BE92-EC12-F61FD11E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8F047-F555-A8A9-E45D-D40E7897D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87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EF2D1-5303-4ECE-BC36-62718892E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23B9-2A6A-5A49-C9B6-A75763B61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373291-AC40-6BC1-56D0-1E1965A56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D38C6A-73F3-EF7D-1D3F-77F5B9216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F8F35-9C24-0B7B-7E19-43CC872E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743B5-781D-BA71-A926-70CB1697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69932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04DCA-F131-06BB-7A88-FB51F1887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6ECE-1057-567F-2078-C5C088597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49CFA-805D-B977-D99D-77F8D4EF9E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1D332-8339-DB2B-8730-BE4BD1A57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B95D38-34B8-7D01-B003-70D99CEE0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B429D2-CC01-F737-896A-025490CE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2357FF-5A5E-0B26-05D1-C14062C9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60DD6-D635-3B9A-68D3-5BB1212EF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04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4C7FC-0B0E-7371-1146-1BE51296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E3E5E3-DC14-5CA7-18B1-076A8E8D3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DE083-449C-29D4-B3C6-624837F9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30E10-4949-DBBF-F089-A07CFE72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7762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64DDE-9DA6-1888-E802-54BEFDEA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0026F8-7DEF-0D29-E0EB-6692DA67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A7A86-EFE0-6EC1-D3F2-AA97E9FA4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7125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3B3E-8891-7A7C-B1D1-368D0A46B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61F7D-9C97-38E8-B9C9-1AD1AA40E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DA7AA-47D8-CC4A-715B-A265BE35D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0C318-83ED-C4E7-76B1-836E01BD6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8BEBDE-DCBA-03A7-1C80-57D7DDBEA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D7C9DA-AE06-10EE-D364-0BCBD08F8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494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4F55A-F833-FC4C-AC93-CF314D0FF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B86486-527B-B698-A66D-F955D13C20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5480F-C4AA-91CC-DAA8-2C6344137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C5378-F4B7-C050-A229-6F5B0A492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7EC71-C9E6-814D-63A7-8E950F191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EDA407-3C92-C68C-ED27-C8C13996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82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A6AC0-43DB-05C4-D6D8-2C8C8AA03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A8C028-2F64-7B1F-8393-5A61E371D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21BB6-1513-EBF2-D6F7-61EE6DDE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73772-3DB3-BB2F-6959-2BC873C6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DFA77-0DE2-D6A8-D300-61B6A29F3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2953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C5E792-6B00-256C-A6BA-DA9EDE09C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C187-B8E9-CA2F-97D4-CA9D828F76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99A9F-A6FC-9863-DDD5-FE8B246A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32C6-6C25-BB06-FD93-93B0E44B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1C219-A667-927A-2C04-E7914E045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5152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A3082-4F58-15A7-4780-154D553F7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23E59-CB8F-6C26-AF06-A3FA31851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6B4C-902B-CEDE-5EFA-C0806DB93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708663-37D3-49A2-97A8-4811CA6E1BA5}" type="datetimeFigureOut">
              <a:rPr lang="LID4096" smtClean="0"/>
              <a:t>04/10/2026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4B078-C2A0-2D94-E461-66886390D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19A49-1F39-265E-FFD3-723AAA1AA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1068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C3716E7-83E5-52CC-284D-CB68BC5C0AE8}"/>
              </a:ext>
            </a:extLst>
          </p:cNvPr>
          <p:cNvGrpSpPr/>
          <p:nvPr/>
        </p:nvGrpSpPr>
        <p:grpSpPr>
          <a:xfrm>
            <a:off x="2762865" y="1883017"/>
            <a:ext cx="6464933" cy="2332563"/>
            <a:chOff x="2762865" y="1883017"/>
            <a:chExt cx="6464933" cy="233256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7DE342F-A8B4-52FE-3B46-FB4CBFD687FD}"/>
                </a:ext>
              </a:extLst>
            </p:cNvPr>
            <p:cNvCxnSpPr>
              <a:cxnSpLocks/>
            </p:cNvCxnSpPr>
            <p:nvPr/>
          </p:nvCxnSpPr>
          <p:spPr>
            <a:xfrm>
              <a:off x="2762865" y="3429000"/>
              <a:ext cx="572681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A1F582B-1751-7139-AC76-8370E7DB7BDF}"/>
                </a:ext>
              </a:extLst>
            </p:cNvPr>
            <p:cNvSpPr/>
            <p:nvPr/>
          </p:nvSpPr>
          <p:spPr>
            <a:xfrm>
              <a:off x="3755923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DA572C-C39E-2593-F9AE-CFF050BCE726}"/>
                </a:ext>
              </a:extLst>
            </p:cNvPr>
            <p:cNvSpPr/>
            <p:nvPr/>
          </p:nvSpPr>
          <p:spPr>
            <a:xfrm>
              <a:off x="6995652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1F5FE41-4E5F-DDEC-6885-920980C103E2}"/>
                </a:ext>
              </a:extLst>
            </p:cNvPr>
            <p:cNvCxnSpPr>
              <a:stCxn id="7" idx="0"/>
              <a:endCxn id="6" idx="0"/>
            </p:cNvCxnSpPr>
            <p:nvPr/>
          </p:nvCxnSpPr>
          <p:spPr>
            <a:xfrm flipH="1">
              <a:off x="4050891" y="2642419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119710-19D2-687A-D40A-4816AAD9F4C2}"/>
                </a:ext>
              </a:extLst>
            </p:cNvPr>
            <p:cNvCxnSpPr>
              <a:stCxn id="6" idx="4"/>
              <a:endCxn id="7" idx="4"/>
            </p:cNvCxnSpPr>
            <p:nvPr/>
          </p:nvCxnSpPr>
          <p:spPr>
            <a:xfrm>
              <a:off x="4050891" y="4215580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690471F-3550-6E6E-E89D-56FCC20107B7}"/>
                </a:ext>
              </a:extLst>
            </p:cNvPr>
            <p:cNvCxnSpPr>
              <a:cxnSpLocks/>
            </p:cNvCxnSpPr>
            <p:nvPr/>
          </p:nvCxnSpPr>
          <p:spPr>
            <a:xfrm>
              <a:off x="4050891" y="2416275"/>
              <a:ext cx="32397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A493868-AD36-1DB0-38F7-0D709CDFD746}"/>
                </a:ext>
              </a:extLst>
            </p:cNvPr>
            <p:cNvCxnSpPr>
              <a:cxnSpLocks/>
            </p:cNvCxnSpPr>
            <p:nvPr/>
          </p:nvCxnSpPr>
          <p:spPr>
            <a:xfrm>
              <a:off x="3637168" y="2642419"/>
              <a:ext cx="0" cy="71437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/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/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7F4D5A3-882C-9CB2-4968-573F91037603}"/>
                </a:ext>
              </a:extLst>
            </p:cNvPr>
            <p:cNvCxnSpPr/>
            <p:nvPr/>
          </p:nvCxnSpPr>
          <p:spPr>
            <a:xfrm>
              <a:off x="7350760" y="3169748"/>
              <a:ext cx="87376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D98CD4B-9AD9-2215-0F1A-87735866A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77640" y="3169748"/>
              <a:ext cx="54864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C737181-E7E6-2347-1F07-7E1294F57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63640" y="2062480"/>
              <a:ext cx="0" cy="53830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/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/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/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/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0229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FA5E25-618E-6276-4134-C1B7EF498404}"/>
              </a:ext>
            </a:extLst>
          </p:cNvPr>
          <p:cNvCxnSpPr/>
          <p:nvPr/>
        </p:nvCxnSpPr>
        <p:spPr>
          <a:xfrm flipV="1">
            <a:off x="1607820" y="2415540"/>
            <a:ext cx="4345940" cy="9118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6FD193-73CD-E789-2BFD-4EA0C924A293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BF8B10-2441-3286-2D6E-CC6A49C35B4D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0081C8-8B58-165F-68D1-E952C6C00B65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84885F-345B-FB86-4DCC-19E81C9C866B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349966B-8428-CAC8-A245-CDDE85851EC5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7CA234F-20C3-B54E-E379-6C4C0362FB9E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FDF5B8-7C3A-8611-9349-D51849DBB7AD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C94519-14E8-29DF-7BF3-37C174677B53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9E8986D-56A0-5DD7-53E2-1A87F9ED963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387B21-2774-A5CE-9FD8-2FB5A8BCE4EF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20257CA-13EC-7895-6BB2-10134C11A7E5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C4A1B26-1168-1490-0E6E-86E308000411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8EEDEDE-2084-E501-107E-215781D27146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10AE411-26BF-FA68-5C99-81274F3B1D64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5141EAC-DC9E-32CC-F780-F4B5DC286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blipFill>
                <a:blip r:embed="rId8"/>
                <a:stretch>
                  <a:fillRect l="-30556" t="-4444" r="-30556" b="-1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/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blipFill>
                <a:blip r:embed="rId9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9E7DD66-C329-0634-EE57-14EA3F32E17C}"/>
              </a:ext>
            </a:extLst>
          </p:cNvPr>
          <p:cNvCxnSpPr>
            <a:cxnSpLocks/>
          </p:cNvCxnSpPr>
          <p:nvPr/>
        </p:nvCxnSpPr>
        <p:spPr>
          <a:xfrm>
            <a:off x="1607820" y="3444441"/>
            <a:ext cx="420304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96D89882-FD95-DF98-4B40-2B22B7E3D231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088EE9-B7EC-D75C-2437-561A65AFD7F9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F871BA-F649-D169-F678-1281C78875D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212DEE-D4B7-DD5F-8D1E-CE8D73CC6A2C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554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6F699-B4A0-09EB-79E1-0872C34E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0B852C-27A9-A645-4F03-20177DD955C5}"/>
              </a:ext>
            </a:extLst>
          </p:cNvPr>
          <p:cNvCxnSpPr>
            <a:cxnSpLocks/>
          </p:cNvCxnSpPr>
          <p:nvPr/>
        </p:nvCxnSpPr>
        <p:spPr>
          <a:xfrm>
            <a:off x="467360" y="2415540"/>
            <a:ext cx="5486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6D12D5-B519-37F8-3331-C821A113C58E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5675030-9BF8-3616-6D35-F4DAA72130FB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39C5441-2C34-3D3C-FCFA-306DD2203637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ACE583B-0131-2F7F-A07E-2D67EE5C79D4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D5CC7AA-A3F5-FE43-5FB3-83B72B5EC1AB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FF64AC-09C6-39CD-8CF7-356CD5A125D9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8FFD57-AECE-B40F-CFE8-A2FC0B5A68C8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F952A25-55CC-D032-315F-A2AD25803A4A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ECE4885-1ABE-9F88-4467-BC17077798A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A829F7-F07A-378F-0407-A68B99BC53EF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2AD90E2-BB3F-BA3B-E80E-5E3F67008D3C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1F25D09-5401-7E24-99B4-381BA5A4AF5A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A68FA19-3D1F-2A34-40C8-CD1CE77DB81F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B328FB7-B53B-3974-8372-6503F813EB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blipFill>
                <a:blip r:embed="rId7"/>
                <a:stretch>
                  <a:fillRect l="-46667" t="-4444" r="-43333" b="-3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8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E93FEBD8-6CA3-AB4C-A92E-9C3969E28B3F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66540C-CA37-A5F8-C1A9-3A02A6DB483C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E94B7B-00DC-116F-2B5E-82D6A814A17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7AAB17-E69D-E6FF-B1EB-15276A08B71E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87D555-C8B0-BE47-850E-499FB17A9031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9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5912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70717-0CBB-EF32-4074-BB0B6FC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50D5705-1AF0-874F-0B63-867A7F32B6AE}"/>
              </a:ext>
            </a:extLst>
          </p:cNvPr>
          <p:cNvCxnSpPr>
            <a:cxnSpLocks/>
          </p:cNvCxnSpPr>
          <p:nvPr/>
        </p:nvCxnSpPr>
        <p:spPr>
          <a:xfrm flipV="1">
            <a:off x="2621280" y="2700528"/>
            <a:ext cx="1488656" cy="623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0B97CC-1D5B-5B1C-E75B-E3A6C72C29A0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3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EE42CDF-20F9-F623-4B8E-04FC314EDCEF}"/>
              </a:ext>
            </a:extLst>
          </p:cNvPr>
          <p:cNvCxnSpPr>
            <a:cxnSpLocks/>
          </p:cNvCxnSpPr>
          <p:nvPr/>
        </p:nvCxnSpPr>
        <p:spPr>
          <a:xfrm flipH="1">
            <a:off x="4120315" y="870891"/>
            <a:ext cx="7055684" cy="1824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18F4A7F-79CB-42BC-4189-EFD035E1CEB7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AD7A95B-19B9-D9E5-F212-B2B02F8B3BDE}"/>
              </a:ext>
            </a:extLst>
          </p:cNvPr>
          <p:cNvCxnSpPr>
            <a:cxnSpLocks/>
          </p:cNvCxnSpPr>
          <p:nvPr/>
        </p:nvCxnSpPr>
        <p:spPr>
          <a:xfrm flipV="1">
            <a:off x="11297265" y="914799"/>
            <a:ext cx="0" cy="233132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F2FA174-AF1B-994A-740A-2D4DA9CA6FDB}"/>
              </a:ext>
            </a:extLst>
          </p:cNvPr>
          <p:cNvCxnSpPr>
            <a:cxnSpLocks/>
          </p:cNvCxnSpPr>
          <p:nvPr/>
        </p:nvCxnSpPr>
        <p:spPr>
          <a:xfrm flipV="1">
            <a:off x="9060426" y="1580609"/>
            <a:ext cx="0" cy="170615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AC58A1F-1AC2-7AEE-1997-B0EC7989F05E}"/>
              </a:ext>
            </a:extLst>
          </p:cNvPr>
          <p:cNvCxnSpPr>
            <a:cxnSpLocks/>
          </p:cNvCxnSpPr>
          <p:nvPr/>
        </p:nvCxnSpPr>
        <p:spPr>
          <a:xfrm>
            <a:off x="9060426" y="3465899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63984BF-6597-7766-3A48-34095F08AE22}"/>
              </a:ext>
            </a:extLst>
          </p:cNvPr>
          <p:cNvCxnSpPr>
            <a:cxnSpLocks/>
          </p:cNvCxnSpPr>
          <p:nvPr/>
        </p:nvCxnSpPr>
        <p:spPr>
          <a:xfrm flipV="1">
            <a:off x="4224129" y="3452184"/>
            <a:ext cx="4598219" cy="398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E45CF60-87B9-0332-C0DE-4DEBB4A39EB8}"/>
              </a:ext>
            </a:extLst>
          </p:cNvPr>
          <p:cNvCxnSpPr>
            <a:cxnSpLocks/>
          </p:cNvCxnSpPr>
          <p:nvPr/>
        </p:nvCxnSpPr>
        <p:spPr>
          <a:xfrm>
            <a:off x="2621280" y="3494248"/>
            <a:ext cx="137965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/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blipFill>
                <a:blip r:embed="rId4"/>
                <a:stretch>
                  <a:fillRect l="-27273" r="-2727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/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blipFill>
                <a:blip r:embed="rId5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BE5DE534-7C34-C072-71A1-D853AA93CF66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FCDDF23-4249-AE85-92E1-834CB7F2EF4F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D32D762-1765-2AD3-B0EC-3F6C060D3242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D621B7A-6B28-1A30-F380-D0AAC0F58A48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21F5040-A316-5A1A-53F2-6A155BB28E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/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blipFill>
                <a:blip r:embed="rId6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/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/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blipFill>
                <a:blip r:embed="rId8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/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blipFill>
                <a:blip r:embed="rId9"/>
                <a:stretch>
                  <a:fillRect l="-31429" t="-4348" r="-34286" b="-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4CB066C-18AF-E4F9-4435-5C6D2A75FAE7}"/>
              </a:ext>
            </a:extLst>
          </p:cNvPr>
          <p:cNvCxnSpPr>
            <a:cxnSpLocks/>
          </p:cNvCxnSpPr>
          <p:nvPr/>
        </p:nvCxnSpPr>
        <p:spPr>
          <a:xfrm>
            <a:off x="1752733" y="3789205"/>
            <a:ext cx="222696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0B03DC5D-F6CD-7670-7632-C34B661076B3}"/>
              </a:ext>
            </a:extLst>
          </p:cNvPr>
          <p:cNvSpPr txBox="1"/>
          <p:nvPr/>
        </p:nvSpPr>
        <p:spPr>
          <a:xfrm>
            <a:off x="3070145" y="12112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99534AE-DFC3-59CF-3D95-59915FB40CA4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CE2B58-F4B0-B2DA-739A-E501BFBE610D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447EFE-23C9-DD59-9F3E-5BF26F8546F8}"/>
              </a:ext>
            </a:extLst>
          </p:cNvPr>
          <p:cNvCxnSpPr>
            <a:cxnSpLocks/>
          </p:cNvCxnSpPr>
          <p:nvPr/>
        </p:nvCxnSpPr>
        <p:spPr>
          <a:xfrm flipV="1">
            <a:off x="1752733" y="2696960"/>
            <a:ext cx="2367582" cy="6286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990E70-7FCD-0E25-3768-1759C865D101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1B5CD8D-88B8-71FB-CD55-64DD745F0A53}"/>
              </a:ext>
            </a:extLst>
          </p:cNvPr>
          <p:cNvCxnSpPr/>
          <p:nvPr/>
        </p:nvCxnSpPr>
        <p:spPr>
          <a:xfrm>
            <a:off x="4115125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47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19225-A821-6511-73FB-5776772B5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D8BFA7E1-28A0-733E-03C6-FF3E987D0ED4}"/>
              </a:ext>
            </a:extLst>
          </p:cNvPr>
          <p:cNvGrpSpPr/>
          <p:nvPr/>
        </p:nvGrpSpPr>
        <p:grpSpPr>
          <a:xfrm>
            <a:off x="7059561" y="521937"/>
            <a:ext cx="3959760" cy="5646909"/>
            <a:chOff x="4296697" y="600595"/>
            <a:chExt cx="3959760" cy="564690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D3D9928-B583-C170-569B-4CF753E72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58"/>
            <a:stretch>
              <a:fillRect/>
            </a:stretch>
          </p:blipFill>
          <p:spPr>
            <a:xfrm>
              <a:off x="4296697" y="600595"/>
              <a:ext cx="3959760" cy="564690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5787407-41BF-B9B0-EC6F-3C92C3FB1ADC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A6926AE-CF8C-160B-EDDA-30A379381AD5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5" name="Free-form: Shape 4">
                  <a:extLst>
                    <a:ext uri="{FF2B5EF4-FFF2-40B4-BE49-F238E27FC236}">
                      <a16:creationId xmlns:a16="http://schemas.microsoft.com/office/drawing/2014/main" id="{B889DF4A-EEFE-F5E7-CDF8-0802A4B8B3CA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Free-form: Shape 5">
                  <a:extLst>
                    <a:ext uri="{FF2B5EF4-FFF2-40B4-BE49-F238E27FC236}">
                      <a16:creationId xmlns:a16="http://schemas.microsoft.com/office/drawing/2014/main" id="{D8A3B319-1920-3842-8DE2-A960078DB98B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7" name="Free-form: Shape 6">
                  <a:extLst>
                    <a:ext uri="{FF2B5EF4-FFF2-40B4-BE49-F238E27FC236}">
                      <a16:creationId xmlns:a16="http://schemas.microsoft.com/office/drawing/2014/main" id="{01C2A2D0-F175-912D-F6AA-B9A1D79AEBF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8" name="Free-form: Shape 7">
                  <a:extLst>
                    <a:ext uri="{FF2B5EF4-FFF2-40B4-BE49-F238E27FC236}">
                      <a16:creationId xmlns:a16="http://schemas.microsoft.com/office/drawing/2014/main" id="{9022F052-789C-0292-61CB-DC6E1C317B72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E240841-6D25-6403-537C-5834BF215732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23" name="Free-form: Shape 22">
                  <a:extLst>
                    <a:ext uri="{FF2B5EF4-FFF2-40B4-BE49-F238E27FC236}">
                      <a16:creationId xmlns:a16="http://schemas.microsoft.com/office/drawing/2014/main" id="{9BDF6CD3-8CC1-6895-D7EA-F3AF8EEB1B83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6" name="Free-form: Shape 25">
                  <a:extLst>
                    <a:ext uri="{FF2B5EF4-FFF2-40B4-BE49-F238E27FC236}">
                      <a16:creationId xmlns:a16="http://schemas.microsoft.com/office/drawing/2014/main" id="{8339D224-D895-1C03-A2DC-3FD0ACF1951A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7" name="Free-form: Shape 26">
                  <a:extLst>
                    <a:ext uri="{FF2B5EF4-FFF2-40B4-BE49-F238E27FC236}">
                      <a16:creationId xmlns:a16="http://schemas.microsoft.com/office/drawing/2014/main" id="{81B1B4BC-53C6-CE4C-51FB-B2E9A3441151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8" name="Free-form: Shape 27">
                  <a:extLst>
                    <a:ext uri="{FF2B5EF4-FFF2-40B4-BE49-F238E27FC236}">
                      <a16:creationId xmlns:a16="http://schemas.microsoft.com/office/drawing/2014/main" id="{870D2E1F-7C91-DD49-DF75-7A049D1523B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F475903-4F57-A847-9C93-4057B2E3ACB9}"/>
                </a:ext>
              </a:extLst>
            </p:cNvPr>
            <p:cNvGrpSpPr/>
            <p:nvPr/>
          </p:nvGrpSpPr>
          <p:grpSpPr>
            <a:xfrm>
              <a:off x="4512938" y="3187699"/>
              <a:ext cx="1664948" cy="470157"/>
              <a:chOff x="4512938" y="3187699"/>
              <a:chExt cx="1664948" cy="470157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EA638952-736A-3586-ED8F-DCBE82666A02}"/>
                  </a:ext>
                </a:extLst>
              </p:cNvPr>
              <p:cNvGrpSpPr/>
              <p:nvPr/>
            </p:nvGrpSpPr>
            <p:grpSpPr>
              <a:xfrm>
                <a:off x="4512938" y="3187699"/>
                <a:ext cx="721541" cy="470157"/>
                <a:chOff x="4512938" y="3187699"/>
                <a:chExt cx="721541" cy="470157"/>
              </a:xfrm>
            </p:grpSpPr>
            <p:sp>
              <p:nvSpPr>
                <p:cNvPr id="32" name="Free-form: Shape 31">
                  <a:extLst>
                    <a:ext uri="{FF2B5EF4-FFF2-40B4-BE49-F238E27FC236}">
                      <a16:creationId xmlns:a16="http://schemas.microsoft.com/office/drawing/2014/main" id="{1EEDBA93-EF0A-2DED-21CD-A90AA33B219E}"/>
                    </a:ext>
                  </a:extLst>
                </p:cNvPr>
                <p:cNvSpPr/>
                <p:nvPr/>
              </p:nvSpPr>
              <p:spPr>
                <a:xfrm>
                  <a:off x="4512938" y="3187700"/>
                  <a:ext cx="132638" cy="45994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Free-form: Shape 32">
                  <a:extLst>
                    <a:ext uri="{FF2B5EF4-FFF2-40B4-BE49-F238E27FC236}">
                      <a16:creationId xmlns:a16="http://schemas.microsoft.com/office/drawing/2014/main" id="{9EFE2A9F-1B34-F997-3CC1-2657FFC69849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6" name="Free-form: Shape 35">
                  <a:extLst>
                    <a:ext uri="{FF2B5EF4-FFF2-40B4-BE49-F238E27FC236}">
                      <a16:creationId xmlns:a16="http://schemas.microsoft.com/office/drawing/2014/main" id="{BA931190-C6F5-A794-A8EE-F3AABD28684B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8" name="Free-form: Shape 37">
                  <a:extLst>
                    <a:ext uri="{FF2B5EF4-FFF2-40B4-BE49-F238E27FC236}">
                      <a16:creationId xmlns:a16="http://schemas.microsoft.com/office/drawing/2014/main" id="{0468760D-E0FD-67DF-84DA-80ADC0E12386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D2D32DA-5ED2-A571-F66D-F274E1EEF33F}"/>
                  </a:ext>
                </a:extLst>
              </p:cNvPr>
              <p:cNvGrpSpPr/>
              <p:nvPr/>
            </p:nvGrpSpPr>
            <p:grpSpPr>
              <a:xfrm flipH="1">
                <a:off x="5457888" y="3187699"/>
                <a:ext cx="719998" cy="470157"/>
                <a:chOff x="4512939" y="3187699"/>
                <a:chExt cx="721540" cy="470157"/>
              </a:xfrm>
            </p:grpSpPr>
            <p:sp>
              <p:nvSpPr>
                <p:cNvPr id="43" name="Free-form: Shape 42">
                  <a:extLst>
                    <a:ext uri="{FF2B5EF4-FFF2-40B4-BE49-F238E27FC236}">
                      <a16:creationId xmlns:a16="http://schemas.microsoft.com/office/drawing/2014/main" id="{D7FEF06B-E608-A356-CD51-AE931B763E34}"/>
                    </a:ext>
                  </a:extLst>
                </p:cNvPr>
                <p:cNvSpPr/>
                <p:nvPr/>
              </p:nvSpPr>
              <p:spPr>
                <a:xfrm>
                  <a:off x="4512939" y="3187700"/>
                  <a:ext cx="134669" cy="466985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6" name="Free-form: Shape 45">
                  <a:extLst>
                    <a:ext uri="{FF2B5EF4-FFF2-40B4-BE49-F238E27FC236}">
                      <a16:creationId xmlns:a16="http://schemas.microsoft.com/office/drawing/2014/main" id="{8B9CC253-E164-A32F-36CF-09A7DDC4732F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7" name="Free-form: Shape 46">
                  <a:extLst>
                    <a:ext uri="{FF2B5EF4-FFF2-40B4-BE49-F238E27FC236}">
                      <a16:creationId xmlns:a16="http://schemas.microsoft.com/office/drawing/2014/main" id="{43C5FF02-2B58-1E7B-944F-B6B8BF4B6D53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8" name="Free-form: Shape 47">
                  <a:extLst>
                    <a:ext uri="{FF2B5EF4-FFF2-40B4-BE49-F238E27FC236}">
                      <a16:creationId xmlns:a16="http://schemas.microsoft.com/office/drawing/2014/main" id="{3D4EE06D-5A19-1E28-79A8-7C7EB14793FB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85381B9-6C75-6D17-D5C7-77D9F01A7082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Isosceles Triangle 58">
              <a:extLst>
                <a:ext uri="{FF2B5EF4-FFF2-40B4-BE49-F238E27FC236}">
                  <a16:creationId xmlns:a16="http://schemas.microsoft.com/office/drawing/2014/main" id="{19E9AAE1-6C4C-19B6-F0A1-5164B0BDD9D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389F6D5A-89D7-1748-A157-4DD7EF921324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4527AD76-8E2A-7049-8EAA-D5869BE6FA16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FCF795E1-33D8-5D09-3A76-A53559E226CD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4DD03BF0-458B-FEF5-4A05-35CBA1717BA2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Isosceles Triangle 70">
              <a:extLst>
                <a:ext uri="{FF2B5EF4-FFF2-40B4-BE49-F238E27FC236}">
                  <a16:creationId xmlns:a16="http://schemas.microsoft.com/office/drawing/2014/main" id="{CDCECF9F-4CAF-DCA6-0F85-E5352C32240B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Isosceles Triangle 71">
              <a:extLst>
                <a:ext uri="{FF2B5EF4-FFF2-40B4-BE49-F238E27FC236}">
                  <a16:creationId xmlns:a16="http://schemas.microsoft.com/office/drawing/2014/main" id="{94E63BF5-4A93-5116-C2C4-708AA412B933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E7C3E25C-104A-9D1C-F682-33B57A8F8D2C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5" name="Isosceles Triangle 74">
              <a:extLst>
                <a:ext uri="{FF2B5EF4-FFF2-40B4-BE49-F238E27FC236}">
                  <a16:creationId xmlns:a16="http://schemas.microsoft.com/office/drawing/2014/main" id="{12ABD5EC-7CE8-E531-A74C-D747E4343394}"/>
                </a:ext>
              </a:extLst>
            </p:cNvPr>
            <p:cNvSpPr/>
            <p:nvPr/>
          </p:nvSpPr>
          <p:spPr>
            <a:xfrm rot="10800000">
              <a:off x="61217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D4F3E2F-20E3-A40D-EA22-6F6927EAAFE3}"/>
                </a:ext>
              </a:extLst>
            </p:cNvPr>
            <p:cNvSpPr/>
            <p:nvPr/>
          </p:nvSpPr>
          <p:spPr>
            <a:xfrm rot="10800000">
              <a:off x="4464407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D53E099C-B58D-3B70-AA9A-27C3D3C0ED97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8" name="Isosceles Triangle 77">
              <a:extLst>
                <a:ext uri="{FF2B5EF4-FFF2-40B4-BE49-F238E27FC236}">
                  <a16:creationId xmlns:a16="http://schemas.microsoft.com/office/drawing/2014/main" id="{D7647402-46C6-1C4B-A368-DB41BDA59016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8BB0E181-5F7F-B8BE-985C-540ACCFFE73D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0" name="Isosceles Triangle 79">
              <a:extLst>
                <a:ext uri="{FF2B5EF4-FFF2-40B4-BE49-F238E27FC236}">
                  <a16:creationId xmlns:a16="http://schemas.microsoft.com/office/drawing/2014/main" id="{37EBBA12-12A6-040D-551E-917F68BCB946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1" name="Isosceles Triangle 80">
              <a:extLst>
                <a:ext uri="{FF2B5EF4-FFF2-40B4-BE49-F238E27FC236}">
                  <a16:creationId xmlns:a16="http://schemas.microsoft.com/office/drawing/2014/main" id="{D9570C9D-0161-AC2F-CC0E-287C83F0DB89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A8905927-C0E1-54A2-F88C-BB5A1524DC1F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6CA82A6-A2BA-D530-0C0E-54C4EBAA9B05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556468A-77EE-C356-048F-6A1E93A4B730}"/>
                </a:ext>
              </a:extLst>
            </p:cNvPr>
            <p:cNvGrpSpPr/>
            <p:nvPr/>
          </p:nvGrpSpPr>
          <p:grpSpPr>
            <a:xfrm flipV="1">
              <a:off x="6608723" y="4941238"/>
              <a:ext cx="426823" cy="876285"/>
              <a:chOff x="8667489" y="1014753"/>
              <a:chExt cx="426823" cy="875918"/>
            </a:xfrm>
          </p:grpSpPr>
          <p:sp>
            <p:nvSpPr>
              <p:cNvPr id="84" name="Isosceles Triangle 83">
                <a:extLst>
                  <a:ext uri="{FF2B5EF4-FFF2-40B4-BE49-F238E27FC236}">
                    <a16:creationId xmlns:a16="http://schemas.microsoft.com/office/drawing/2014/main" id="{7B846949-3761-EBC2-5C67-48F592BB29E3}"/>
                  </a:ext>
                </a:extLst>
              </p:cNvPr>
              <p:cNvSpPr/>
              <p:nvPr/>
            </p:nvSpPr>
            <p:spPr>
              <a:xfrm rot="6079320">
                <a:off x="8667423" y="1781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F1BFB59B-41BE-89BD-B024-58E781ED6CB4}"/>
                  </a:ext>
                </a:extLst>
              </p:cNvPr>
              <p:cNvSpPr/>
              <p:nvPr/>
            </p:nvSpPr>
            <p:spPr>
              <a:xfrm rot="5802152">
                <a:off x="8805214" y="1515164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6" name="Isosceles Triangle 85">
                <a:extLst>
                  <a:ext uri="{FF2B5EF4-FFF2-40B4-BE49-F238E27FC236}">
                    <a16:creationId xmlns:a16="http://schemas.microsoft.com/office/drawing/2014/main" id="{47925251-4325-0910-71FC-AFD9A2A25836}"/>
                  </a:ext>
                </a:extLst>
              </p:cNvPr>
              <p:cNvSpPr/>
              <p:nvPr/>
            </p:nvSpPr>
            <p:spPr>
              <a:xfrm rot="6047115">
                <a:off x="8874109" y="1273382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7" name="Isosceles Triangle 86">
                <a:extLst>
                  <a:ext uri="{FF2B5EF4-FFF2-40B4-BE49-F238E27FC236}">
                    <a16:creationId xmlns:a16="http://schemas.microsoft.com/office/drawing/2014/main" id="{5D2D5181-CBBC-5C5C-CC54-B33C490C7553}"/>
                  </a:ext>
                </a:extLst>
              </p:cNvPr>
              <p:cNvSpPr/>
              <p:nvPr/>
            </p:nvSpPr>
            <p:spPr>
              <a:xfrm rot="6220158">
                <a:off x="8984899" y="1014819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465C1CC-0973-2D10-05F1-8658DE98DEB6}"/>
              </a:ext>
            </a:extLst>
          </p:cNvPr>
          <p:cNvGrpSpPr/>
          <p:nvPr/>
        </p:nvGrpSpPr>
        <p:grpSpPr>
          <a:xfrm flipH="1">
            <a:off x="3376600" y="514899"/>
            <a:ext cx="3786565" cy="5646909"/>
            <a:chOff x="4470122" y="600595"/>
            <a:chExt cx="3786335" cy="5646909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4614E7EA-67A0-05E4-1EB3-90C66F91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2703"/>
            <a:stretch>
              <a:fillRect/>
            </a:stretch>
          </p:blipFill>
          <p:spPr>
            <a:xfrm>
              <a:off x="4484482" y="600595"/>
              <a:ext cx="3771975" cy="5646909"/>
            </a:xfrm>
            <a:prstGeom prst="rect">
              <a:avLst/>
            </a:prstGeom>
          </p:spPr>
        </p:pic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368EA43-2F7A-9263-7196-529B1CB970FB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F75D4517-24AF-F13B-4A62-3ED26CEE7CE6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133" name="Free-form: Shape 132">
                  <a:extLst>
                    <a:ext uri="{FF2B5EF4-FFF2-40B4-BE49-F238E27FC236}">
                      <a16:creationId xmlns:a16="http://schemas.microsoft.com/office/drawing/2014/main" id="{0D8332FA-4CB2-4A9D-4CC7-C892E7C00BF6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4" name="Free-form: Shape 133">
                  <a:extLst>
                    <a:ext uri="{FF2B5EF4-FFF2-40B4-BE49-F238E27FC236}">
                      <a16:creationId xmlns:a16="http://schemas.microsoft.com/office/drawing/2014/main" id="{233A14E6-C880-EAB1-3431-F7FADAE3B854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5" name="Free-form: Shape 134">
                  <a:extLst>
                    <a:ext uri="{FF2B5EF4-FFF2-40B4-BE49-F238E27FC236}">
                      <a16:creationId xmlns:a16="http://schemas.microsoft.com/office/drawing/2014/main" id="{21214F7E-72CB-8335-FC5A-3F5A541FB58C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6" name="Free-form: Shape 135">
                  <a:extLst>
                    <a:ext uri="{FF2B5EF4-FFF2-40B4-BE49-F238E27FC236}">
                      <a16:creationId xmlns:a16="http://schemas.microsoft.com/office/drawing/2014/main" id="{32ABD711-FBE5-74D7-F4B3-7AB83ED559CD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8C4C79E2-4DBE-F81A-573C-78BE5BEB0F15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129" name="Free-form: Shape 128">
                  <a:extLst>
                    <a:ext uri="{FF2B5EF4-FFF2-40B4-BE49-F238E27FC236}">
                      <a16:creationId xmlns:a16="http://schemas.microsoft.com/office/drawing/2014/main" id="{A9CBCAB3-377C-41CA-9FAE-72B46C4CBE8C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0" name="Free-form: Shape 129">
                  <a:extLst>
                    <a:ext uri="{FF2B5EF4-FFF2-40B4-BE49-F238E27FC236}">
                      <a16:creationId xmlns:a16="http://schemas.microsoft.com/office/drawing/2014/main" id="{3FFB8619-2CD5-3D06-38F7-4E4366A09ED1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1" name="Free-form: Shape 130">
                  <a:extLst>
                    <a:ext uri="{FF2B5EF4-FFF2-40B4-BE49-F238E27FC236}">
                      <a16:creationId xmlns:a16="http://schemas.microsoft.com/office/drawing/2014/main" id="{A4EFA89B-3792-AA60-BDEA-48E10E91251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2" name="Free-form: Shape 131">
                  <a:extLst>
                    <a:ext uri="{FF2B5EF4-FFF2-40B4-BE49-F238E27FC236}">
                      <a16:creationId xmlns:a16="http://schemas.microsoft.com/office/drawing/2014/main" id="{DA213C27-8D48-A822-47C1-C17C8E4B975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2EFAA26-DD93-D52A-A1F9-793762BD077D}"/>
                </a:ext>
              </a:extLst>
            </p:cNvPr>
            <p:cNvGrpSpPr/>
            <p:nvPr/>
          </p:nvGrpSpPr>
          <p:grpSpPr>
            <a:xfrm>
              <a:off x="4518653" y="3183890"/>
              <a:ext cx="1659235" cy="473966"/>
              <a:chOff x="4518653" y="3183890"/>
              <a:chExt cx="1659235" cy="47396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302AFD76-9EFA-A4B4-DA4B-FC79DD741BFA}"/>
                  </a:ext>
                </a:extLst>
              </p:cNvPr>
              <p:cNvGrpSpPr/>
              <p:nvPr/>
            </p:nvGrpSpPr>
            <p:grpSpPr>
              <a:xfrm>
                <a:off x="4518653" y="3187699"/>
                <a:ext cx="715826" cy="470157"/>
                <a:chOff x="4518653" y="3187699"/>
                <a:chExt cx="715826" cy="470157"/>
              </a:xfrm>
            </p:grpSpPr>
            <p:sp>
              <p:nvSpPr>
                <p:cNvPr id="123" name="Free-form: Shape 122">
                  <a:extLst>
                    <a:ext uri="{FF2B5EF4-FFF2-40B4-BE49-F238E27FC236}">
                      <a16:creationId xmlns:a16="http://schemas.microsoft.com/office/drawing/2014/main" id="{815FAF53-3F48-861E-3F7A-9D1596D004C7}"/>
                    </a:ext>
                  </a:extLst>
                </p:cNvPr>
                <p:cNvSpPr/>
                <p:nvPr/>
              </p:nvSpPr>
              <p:spPr>
                <a:xfrm>
                  <a:off x="4518653" y="3187700"/>
                  <a:ext cx="127747" cy="466981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4" name="Free-form: Shape 123">
                  <a:extLst>
                    <a:ext uri="{FF2B5EF4-FFF2-40B4-BE49-F238E27FC236}">
                      <a16:creationId xmlns:a16="http://schemas.microsoft.com/office/drawing/2014/main" id="{40E8D3C8-20E2-1837-CCCA-1E937537B496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5" name="Free-form: Shape 124">
                  <a:extLst>
                    <a:ext uri="{FF2B5EF4-FFF2-40B4-BE49-F238E27FC236}">
                      <a16:creationId xmlns:a16="http://schemas.microsoft.com/office/drawing/2014/main" id="{EB1FBCA9-4181-B430-4183-E086B108D6D5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6" name="Free-form: Shape 125">
                  <a:extLst>
                    <a:ext uri="{FF2B5EF4-FFF2-40B4-BE49-F238E27FC236}">
                      <a16:creationId xmlns:a16="http://schemas.microsoft.com/office/drawing/2014/main" id="{ADB77613-D59A-98E8-69BF-A1E6828B9DAA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3A24145-C810-84B0-CDC9-79A82914FDA6}"/>
                  </a:ext>
                </a:extLst>
              </p:cNvPr>
              <p:cNvGrpSpPr/>
              <p:nvPr/>
            </p:nvGrpSpPr>
            <p:grpSpPr>
              <a:xfrm flipH="1">
                <a:off x="5457888" y="3183890"/>
                <a:ext cx="720000" cy="473966"/>
                <a:chOff x="4512937" y="3183890"/>
                <a:chExt cx="721542" cy="473966"/>
              </a:xfrm>
            </p:grpSpPr>
            <p:sp>
              <p:nvSpPr>
                <p:cNvPr id="119" name="Free-form: Shape 118">
                  <a:extLst>
                    <a:ext uri="{FF2B5EF4-FFF2-40B4-BE49-F238E27FC236}">
                      <a16:creationId xmlns:a16="http://schemas.microsoft.com/office/drawing/2014/main" id="{AE0529FD-CB8F-827D-A797-AE67F9A43F26}"/>
                    </a:ext>
                  </a:extLst>
                </p:cNvPr>
                <p:cNvSpPr/>
                <p:nvPr/>
              </p:nvSpPr>
              <p:spPr>
                <a:xfrm>
                  <a:off x="4512937" y="3183890"/>
                  <a:ext cx="134923" cy="46698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0" name="Free-form: Shape 119">
                  <a:extLst>
                    <a:ext uri="{FF2B5EF4-FFF2-40B4-BE49-F238E27FC236}">
                      <a16:creationId xmlns:a16="http://schemas.microsoft.com/office/drawing/2014/main" id="{8DB0B32D-FF22-2D89-9B02-CC6286594FD5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1" name="Free-form: Shape 120">
                  <a:extLst>
                    <a:ext uri="{FF2B5EF4-FFF2-40B4-BE49-F238E27FC236}">
                      <a16:creationId xmlns:a16="http://schemas.microsoft.com/office/drawing/2014/main" id="{6F8EDF86-EC70-229B-9A68-D4A9EE41EA29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2" name="Free-form: Shape 121">
                  <a:extLst>
                    <a:ext uri="{FF2B5EF4-FFF2-40B4-BE49-F238E27FC236}">
                      <a16:creationId xmlns:a16="http://schemas.microsoft.com/office/drawing/2014/main" id="{174CF93F-7988-A5CD-6834-A079CD0F0CEF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D24E3F1C-1726-FCAA-C9EA-E628FF50D2EC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B76C5EB7-DF0E-5A14-C22D-EFB784DB3DA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046539A0-9A31-BB56-F5A6-C3638861653A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Isosceles Triangle 95">
              <a:extLst>
                <a:ext uri="{FF2B5EF4-FFF2-40B4-BE49-F238E27FC236}">
                  <a16:creationId xmlns:a16="http://schemas.microsoft.com/office/drawing/2014/main" id="{197E0001-738A-0807-62B3-0AE5C4140938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AC763B76-6F70-4576-5122-B11445452B13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1BB0ABF8-D505-7EFA-40C4-13B92A5615B7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Isosceles Triangle 98">
              <a:extLst>
                <a:ext uri="{FF2B5EF4-FFF2-40B4-BE49-F238E27FC236}">
                  <a16:creationId xmlns:a16="http://schemas.microsoft.com/office/drawing/2014/main" id="{997217D8-076D-BBE7-C774-754D47A7E62D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B4F3DDE-132F-ACE3-8C31-783459715306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EA5A2ABD-B6C5-16AC-2E68-816C6218525B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7980F3B6-8D56-239E-BB91-C34B6A7DA6D6}"/>
                </a:ext>
              </a:extLst>
            </p:cNvPr>
            <p:cNvSpPr/>
            <p:nvPr/>
          </p:nvSpPr>
          <p:spPr>
            <a:xfrm rot="10800000">
              <a:off x="6121714" y="33647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Isosceles Triangle 102">
              <a:extLst>
                <a:ext uri="{FF2B5EF4-FFF2-40B4-BE49-F238E27FC236}">
                  <a16:creationId xmlns:a16="http://schemas.microsoft.com/office/drawing/2014/main" id="{30117F2C-0F7C-45CB-B4D1-1EB0745AE776}"/>
                </a:ext>
              </a:extLst>
            </p:cNvPr>
            <p:cNvSpPr/>
            <p:nvPr/>
          </p:nvSpPr>
          <p:spPr>
            <a:xfrm rot="10800000">
              <a:off x="4470122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4" name="Isosceles Triangle 103">
              <a:extLst>
                <a:ext uri="{FF2B5EF4-FFF2-40B4-BE49-F238E27FC236}">
                  <a16:creationId xmlns:a16="http://schemas.microsoft.com/office/drawing/2014/main" id="{1929E334-1F90-3F40-66C5-59A4E02FAFAF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F96CC33B-F30D-5A5D-B7C6-BB0EED8ABBA2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1FCCAD4B-3C78-D984-8118-19369F991BC3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Isosceles Triangle 106">
              <a:extLst>
                <a:ext uri="{FF2B5EF4-FFF2-40B4-BE49-F238E27FC236}">
                  <a16:creationId xmlns:a16="http://schemas.microsoft.com/office/drawing/2014/main" id="{BF55D1F5-B5B4-EFAA-A798-9501D3529ABB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8" name="Isosceles Triangle 107">
              <a:extLst>
                <a:ext uri="{FF2B5EF4-FFF2-40B4-BE49-F238E27FC236}">
                  <a16:creationId xmlns:a16="http://schemas.microsoft.com/office/drawing/2014/main" id="{6DA1C183-8F65-0958-D9BA-2EF3E39526C2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Isosceles Triangle 108">
              <a:extLst>
                <a:ext uri="{FF2B5EF4-FFF2-40B4-BE49-F238E27FC236}">
                  <a16:creationId xmlns:a16="http://schemas.microsoft.com/office/drawing/2014/main" id="{3C0BA392-87D5-9C40-7891-6E750790A6AC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0" name="Isosceles Triangle 109">
              <a:extLst>
                <a:ext uri="{FF2B5EF4-FFF2-40B4-BE49-F238E27FC236}">
                  <a16:creationId xmlns:a16="http://schemas.microsoft.com/office/drawing/2014/main" id="{756C711C-938E-3039-AF9B-8C742130B7E4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21F65D85-E91B-1C4A-1CD4-7CE05BEFF150}"/>
                </a:ext>
              </a:extLst>
            </p:cNvPr>
            <p:cNvGrpSpPr/>
            <p:nvPr/>
          </p:nvGrpSpPr>
          <p:grpSpPr>
            <a:xfrm flipV="1">
              <a:off x="6608723" y="4939337"/>
              <a:ext cx="426823" cy="881997"/>
              <a:chOff x="8667489" y="1010944"/>
              <a:chExt cx="426823" cy="881627"/>
            </a:xfrm>
          </p:grpSpPr>
          <p:sp>
            <p:nvSpPr>
              <p:cNvPr id="112" name="Isosceles Triangle 111">
                <a:extLst>
                  <a:ext uri="{FF2B5EF4-FFF2-40B4-BE49-F238E27FC236}">
                    <a16:creationId xmlns:a16="http://schemas.microsoft.com/office/drawing/2014/main" id="{2BC52BCE-C63F-5FEE-8E0C-D63D9826377B}"/>
                  </a:ext>
                </a:extLst>
              </p:cNvPr>
              <p:cNvSpPr/>
              <p:nvPr/>
            </p:nvSpPr>
            <p:spPr>
              <a:xfrm rot="6015914">
                <a:off x="8667423" y="17831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3" name="Isosceles Triangle 112">
                <a:extLst>
                  <a:ext uri="{FF2B5EF4-FFF2-40B4-BE49-F238E27FC236}">
                    <a16:creationId xmlns:a16="http://schemas.microsoft.com/office/drawing/2014/main" id="{92468C3F-BD87-F2CA-32A9-D093FC67B8A0}"/>
                  </a:ext>
                </a:extLst>
              </p:cNvPr>
              <p:cNvSpPr/>
              <p:nvPr/>
            </p:nvSpPr>
            <p:spPr>
              <a:xfrm rot="6217905">
                <a:off x="8805214" y="1513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4" name="Isosceles Triangle 113">
                <a:extLst>
                  <a:ext uri="{FF2B5EF4-FFF2-40B4-BE49-F238E27FC236}">
                    <a16:creationId xmlns:a16="http://schemas.microsoft.com/office/drawing/2014/main" id="{FE6A521C-1F0A-F134-651D-8720D6578E8E}"/>
                  </a:ext>
                </a:extLst>
              </p:cNvPr>
              <p:cNvSpPr/>
              <p:nvPr/>
            </p:nvSpPr>
            <p:spPr>
              <a:xfrm rot="5903534">
                <a:off x="8874109" y="1275285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E21DF9B7-6B99-0B88-D83D-B2CEE1DAE15E}"/>
                  </a:ext>
                </a:extLst>
              </p:cNvPr>
              <p:cNvSpPr/>
              <p:nvPr/>
            </p:nvSpPr>
            <p:spPr>
              <a:xfrm rot="5981027">
                <a:off x="8984899" y="1011010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99D6ABB-EC5E-533F-8C77-3181BF174984}"/>
              </a:ext>
            </a:extLst>
          </p:cNvPr>
          <p:cNvCxnSpPr>
            <a:cxnSpLocks/>
          </p:cNvCxnSpPr>
          <p:nvPr/>
        </p:nvCxnSpPr>
        <p:spPr>
          <a:xfrm>
            <a:off x="5566410" y="309819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AB4C50B-7861-0F24-AAA9-AF46CB0157A4}"/>
              </a:ext>
            </a:extLst>
          </p:cNvPr>
          <p:cNvCxnSpPr>
            <a:cxnSpLocks/>
          </p:cNvCxnSpPr>
          <p:nvPr/>
        </p:nvCxnSpPr>
        <p:spPr>
          <a:xfrm>
            <a:off x="5565930" y="3568987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5CF263CA-7C44-EF27-9EB9-6C1B49BEBD64}"/>
              </a:ext>
            </a:extLst>
          </p:cNvPr>
          <p:cNvCxnSpPr>
            <a:cxnSpLocks/>
          </p:cNvCxnSpPr>
          <p:nvPr/>
        </p:nvCxnSpPr>
        <p:spPr>
          <a:xfrm>
            <a:off x="7391061" y="3103989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E2E3C35A-A7A0-705A-EB05-E381FC1502F1}"/>
              </a:ext>
            </a:extLst>
          </p:cNvPr>
          <p:cNvCxnSpPr>
            <a:cxnSpLocks/>
          </p:cNvCxnSpPr>
          <p:nvPr/>
        </p:nvCxnSpPr>
        <p:spPr>
          <a:xfrm>
            <a:off x="7390581" y="357478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/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1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LID4096" sz="1200" b="1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TextBox 194">
            <a:extLst>
              <a:ext uri="{FF2B5EF4-FFF2-40B4-BE49-F238E27FC236}">
                <a16:creationId xmlns:a16="http://schemas.microsoft.com/office/drawing/2014/main" id="{8B7B7743-4040-35FA-DDEB-B4099B85C678}"/>
              </a:ext>
            </a:extLst>
          </p:cNvPr>
          <p:cNvSpPr txBox="1"/>
          <p:nvPr/>
        </p:nvSpPr>
        <p:spPr>
          <a:xfrm>
            <a:off x="7426078" y="517918"/>
            <a:ext cx="2261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Zacht</a:t>
            </a:r>
            <a:r>
              <a:rPr lang="en-GB" dirty="0"/>
              <a:t> </a:t>
            </a:r>
            <a:r>
              <a:rPr lang="en-GB" dirty="0" err="1"/>
              <a:t>magnetisch</a:t>
            </a:r>
            <a:r>
              <a:rPr lang="en-GB" dirty="0"/>
              <a:t> </a:t>
            </a:r>
            <a:r>
              <a:rPr lang="en-GB" dirty="0" err="1"/>
              <a:t>metaal</a:t>
            </a:r>
            <a:endParaRPr lang="LID4096" dirty="0"/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E158B1C-8801-EC5D-BC0F-00B590B9F4A5}"/>
              </a:ext>
            </a:extLst>
          </p:cNvPr>
          <p:cNvCxnSpPr>
            <a:cxnSpLocks/>
          </p:cNvCxnSpPr>
          <p:nvPr/>
        </p:nvCxnSpPr>
        <p:spPr>
          <a:xfrm>
            <a:off x="7866891" y="1164249"/>
            <a:ext cx="297216" cy="344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8AEB1562-75CB-9580-1518-305A3035B38B}"/>
              </a:ext>
            </a:extLst>
          </p:cNvPr>
          <p:cNvSpPr txBox="1"/>
          <p:nvPr/>
        </p:nvSpPr>
        <p:spPr>
          <a:xfrm>
            <a:off x="6822760" y="2452353"/>
            <a:ext cx="2261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Gap</a:t>
            </a:r>
            <a:endParaRPr lang="LID4096" dirty="0"/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4B8C9FA2-9C3F-0CAF-2FC8-9631D6AE6132}"/>
              </a:ext>
            </a:extLst>
          </p:cNvPr>
          <p:cNvCxnSpPr>
            <a:cxnSpLocks/>
          </p:cNvCxnSpPr>
          <p:nvPr/>
        </p:nvCxnSpPr>
        <p:spPr>
          <a:xfrm>
            <a:off x="7148804" y="2787732"/>
            <a:ext cx="163475" cy="3213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0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898B87-C499-A563-9D36-AA57A37BB93F}"/>
              </a:ext>
            </a:extLst>
          </p:cNvPr>
          <p:cNvSpPr/>
          <p:nvPr/>
        </p:nvSpPr>
        <p:spPr>
          <a:xfrm>
            <a:off x="3397045" y="2566220"/>
            <a:ext cx="5397909" cy="113071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114A2C6-66C1-E0A9-58D7-0F09A491E4E6}"/>
              </a:ext>
            </a:extLst>
          </p:cNvPr>
          <p:cNvSpPr/>
          <p:nvPr/>
        </p:nvSpPr>
        <p:spPr>
          <a:xfrm>
            <a:off x="4689986" y="2837055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E02173-D19B-8F71-BE20-80E76D925E3F}"/>
              </a:ext>
            </a:extLst>
          </p:cNvPr>
          <p:cNvCxnSpPr>
            <a:cxnSpLocks/>
          </p:cNvCxnSpPr>
          <p:nvPr/>
        </p:nvCxnSpPr>
        <p:spPr>
          <a:xfrm flipV="1">
            <a:off x="6096000" y="727585"/>
            <a:ext cx="0" cy="26985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1C4C12-E211-5BE3-E665-A3A667FF7700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6096000" y="3696930"/>
            <a:ext cx="0" cy="172089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/>
              <p:nvPr/>
            </p:nvSpPr>
            <p:spPr>
              <a:xfrm>
                <a:off x="5528795" y="3013913"/>
                <a:ext cx="457199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795" y="3013913"/>
                <a:ext cx="457199" cy="492443"/>
              </a:xfrm>
              <a:prstGeom prst="rect">
                <a:avLst/>
              </a:prstGeom>
              <a:blipFill>
                <a:blip r:embed="rId2"/>
                <a:stretch>
                  <a:fillRect l="-6667" r="-933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DA833-1DE4-0159-9275-63B09932E2E1}"/>
              </a:ext>
            </a:extLst>
          </p:cNvPr>
          <p:cNvCxnSpPr>
            <a:cxnSpLocks/>
          </p:cNvCxnSpPr>
          <p:nvPr/>
        </p:nvCxnSpPr>
        <p:spPr>
          <a:xfrm flipV="1">
            <a:off x="7299960" y="2777529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8BDB61-9904-A834-B498-4838A8EAA560}"/>
              </a:ext>
            </a:extLst>
          </p:cNvPr>
          <p:cNvCxnSpPr>
            <a:cxnSpLocks/>
          </p:cNvCxnSpPr>
          <p:nvPr/>
        </p:nvCxnSpPr>
        <p:spPr>
          <a:xfrm flipV="1">
            <a:off x="6154249" y="2979420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/>
              <p:nvPr/>
            </p:nvSpPr>
            <p:spPr>
              <a:xfrm>
                <a:off x="6212593" y="2848540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593" y="2848540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/>
              <p:nvPr/>
            </p:nvSpPr>
            <p:spPr>
              <a:xfrm>
                <a:off x="7129702" y="2661781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702" y="2661781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/>
              <p:nvPr/>
            </p:nvSpPr>
            <p:spPr>
              <a:xfrm>
                <a:off x="4060724" y="2948940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4" y="2948940"/>
                <a:ext cx="457199" cy="276999"/>
              </a:xfrm>
              <a:prstGeom prst="rect">
                <a:avLst/>
              </a:prstGeom>
              <a:blipFill>
                <a:blip r:embed="rId5"/>
                <a:stretch>
                  <a:fillRect l="-14667" r="-8000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A6F21B1-1C87-64C6-02E9-BDC66F9DEEBA}"/>
              </a:ext>
            </a:extLst>
          </p:cNvPr>
          <p:cNvCxnSpPr>
            <a:cxnSpLocks/>
          </p:cNvCxnSpPr>
          <p:nvPr/>
        </p:nvCxnSpPr>
        <p:spPr>
          <a:xfrm flipH="1">
            <a:off x="6004254" y="3126864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7D2E405-6F5F-E628-E7A6-E23115EA2772}"/>
                  </a:ext>
                </a:extLst>
              </p:cNvPr>
              <p:cNvSpPr txBox="1"/>
              <p:nvPr/>
            </p:nvSpPr>
            <p:spPr>
              <a:xfrm>
                <a:off x="5715438" y="1189475"/>
                <a:ext cx="457199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7D2E405-6F5F-E628-E7A6-E23115EA2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438" y="1189475"/>
                <a:ext cx="457199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D1420C83-9F6E-0292-FEF0-5B0ECB909F7B}"/>
              </a:ext>
            </a:extLst>
          </p:cNvPr>
          <p:cNvSpPr/>
          <p:nvPr/>
        </p:nvSpPr>
        <p:spPr>
          <a:xfrm rot="4029826">
            <a:off x="7246024" y="3405897"/>
            <a:ext cx="178892" cy="105438"/>
          </a:xfrm>
          <a:prstGeom prst="rect">
            <a:avLst/>
          </a:prstGeom>
          <a:solidFill>
            <a:srgbClr val="FF505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F3637FE-7C06-6D4E-25B8-FE3486841B39}"/>
                  </a:ext>
                </a:extLst>
              </p:cNvPr>
              <p:cNvSpPr txBox="1"/>
              <p:nvPr/>
            </p:nvSpPr>
            <p:spPr>
              <a:xfrm>
                <a:off x="7362176" y="3273397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𝑑𝑆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F3637FE-7C06-6D4E-25B8-FE3486841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2176" y="3273397"/>
                <a:ext cx="457199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028F955-3F79-A306-A655-DD7A834C7086}"/>
              </a:ext>
            </a:extLst>
          </p:cNvPr>
          <p:cNvCxnSpPr>
            <a:cxnSpLocks/>
          </p:cNvCxnSpPr>
          <p:nvPr/>
        </p:nvCxnSpPr>
        <p:spPr>
          <a:xfrm flipH="1" flipV="1">
            <a:off x="6118858" y="1336040"/>
            <a:ext cx="1181100" cy="20196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C5567E9-0B94-3687-A5C5-DD80F0A3A882}"/>
              </a:ext>
            </a:extLst>
          </p:cNvPr>
          <p:cNvCxnSpPr>
            <a:cxnSpLocks/>
          </p:cNvCxnSpPr>
          <p:nvPr/>
        </p:nvCxnSpPr>
        <p:spPr>
          <a:xfrm flipH="1" flipV="1">
            <a:off x="5783358" y="831134"/>
            <a:ext cx="282937" cy="4672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725A3B4-15DF-C8B7-5373-3E125B52E669}"/>
                  </a:ext>
                </a:extLst>
              </p:cNvPr>
              <p:cNvSpPr txBox="1"/>
              <p:nvPr/>
            </p:nvSpPr>
            <p:spPr>
              <a:xfrm>
                <a:off x="5469181" y="1080861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nl-BE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LID4096" b="1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725A3B4-15DF-C8B7-5373-3E125B52E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181" y="1080861"/>
                <a:ext cx="457199" cy="276999"/>
              </a:xfrm>
              <a:prstGeom prst="rect">
                <a:avLst/>
              </a:prstGeom>
              <a:blipFill>
                <a:blip r:embed="rId8"/>
                <a:stretch>
                  <a:fillRect l="-1333" r="-1333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7918366-2F90-57BB-5D7E-38BC3E7B8FFF}"/>
                  </a:ext>
                </a:extLst>
              </p:cNvPr>
              <p:cNvSpPr txBox="1"/>
              <p:nvPr/>
            </p:nvSpPr>
            <p:spPr>
              <a:xfrm>
                <a:off x="6488472" y="1793778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b="1" i="1" smtClean="0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b="1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7918366-2F90-57BB-5D7E-38BC3E7B8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8472" y="1793778"/>
                <a:ext cx="457199" cy="276999"/>
              </a:xfrm>
              <a:prstGeom prst="rect">
                <a:avLst/>
              </a:prstGeom>
              <a:blipFill>
                <a:blip r:embed="rId9"/>
                <a:stretch>
                  <a:fillRect t="-2174" b="-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Arc 39">
            <a:extLst>
              <a:ext uri="{FF2B5EF4-FFF2-40B4-BE49-F238E27FC236}">
                <a16:creationId xmlns:a16="http://schemas.microsoft.com/office/drawing/2014/main" id="{8BBAF602-0121-F367-6132-BFAFCE908351}"/>
              </a:ext>
            </a:extLst>
          </p:cNvPr>
          <p:cNvSpPr/>
          <p:nvPr/>
        </p:nvSpPr>
        <p:spPr>
          <a:xfrm rot="16464441">
            <a:off x="5882642" y="1002461"/>
            <a:ext cx="381002" cy="374028"/>
          </a:xfrm>
          <a:prstGeom prst="arc">
            <a:avLst>
              <a:gd name="adj1" fmla="val 18377493"/>
              <a:gd name="adj2" fmla="val 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4C92E6F-7711-868C-D6E0-3FB0F8038512}"/>
                  </a:ext>
                </a:extLst>
              </p:cNvPr>
              <p:cNvSpPr txBox="1"/>
              <p:nvPr/>
            </p:nvSpPr>
            <p:spPr>
              <a:xfrm>
                <a:off x="6015064" y="930561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LID4096" b="1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4C92E6F-7711-868C-D6E0-3FB0F8038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064" y="930561"/>
                <a:ext cx="457199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91198F-4D24-D146-492D-72548DD4FB99}"/>
              </a:ext>
            </a:extLst>
          </p:cNvPr>
          <p:cNvCxnSpPr>
            <a:cxnSpLocks/>
          </p:cNvCxnSpPr>
          <p:nvPr/>
        </p:nvCxnSpPr>
        <p:spPr>
          <a:xfrm flipH="1">
            <a:off x="6020422" y="1336040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F81B59-F503-A8A2-28DC-3919FBF9490F}"/>
              </a:ext>
            </a:extLst>
          </p:cNvPr>
          <p:cNvCxnSpPr>
            <a:cxnSpLocks/>
          </p:cNvCxnSpPr>
          <p:nvPr/>
        </p:nvCxnSpPr>
        <p:spPr>
          <a:xfrm>
            <a:off x="6148743" y="3185419"/>
            <a:ext cx="1068135" cy="273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8531DFA-CCDC-8980-8C37-861701101388}"/>
                  </a:ext>
                </a:extLst>
              </p:cNvPr>
              <p:cNvSpPr txBox="1"/>
              <p:nvPr/>
            </p:nvSpPr>
            <p:spPr>
              <a:xfrm>
                <a:off x="6572620" y="3106573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8531DFA-CCDC-8980-8C37-861701101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2620" y="3106573"/>
                <a:ext cx="457199" cy="215444"/>
              </a:xfrm>
              <a:prstGeom prst="rect">
                <a:avLst/>
              </a:prstGeom>
              <a:blipFill>
                <a:blip r:embed="rId11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4316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1830</TotalTime>
  <Words>67</Words>
  <Application>Microsoft Office PowerPoint</Application>
  <PresentationFormat>Widescreen</PresentationFormat>
  <Paragraphs>55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Des De Borger</dc:creator>
  <cp:lastModifiedBy>Des De Borger</cp:lastModifiedBy>
  <cp:revision>1</cp:revision>
  <dcterms:created xsi:type="dcterms:W3CDTF">2026-04-09T11:57:45Z</dcterms:created>
  <dcterms:modified xsi:type="dcterms:W3CDTF">2026-04-11T08:52:44Z</dcterms:modified>
</cp:coreProperties>
</file>