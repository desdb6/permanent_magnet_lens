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DBE612-9D1D-4C11-AAD0-CDB0BA54BA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3425F0-77A3-47C0-A8D8-AE05194DEAE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4846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316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AE0E9-21AC-A094-7FFB-6D5F3F31F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842119-C705-2337-09D9-BB8837BA5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C99B8-1B43-19E8-0EA0-78126EAAA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C4B04-79B8-831D-0C84-83046D0DF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29000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FC0B-4775-1372-E90E-6CB030A59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21F92-594A-C441-F9DA-CD5FFBB5B5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A583B-E7B7-E6BE-2A6F-6B7127F7A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06375-E5D8-513E-75E6-936D0DB96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230C7-038B-0226-1F3B-76211BCAB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0105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E8E47-1E07-21A9-F5AE-4667B0871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B6FD4-A250-16E9-8157-4AAA74049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5DC94-493A-E074-3716-C1F6F47F5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1CA4-272F-51B2-CEDF-16A81D122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2BE3D-9A76-2442-69DC-511A210D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95579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2BFE-C6DF-1572-5D8A-476E5FA31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60D3D-5D0A-56C3-0D5E-3E53C9B41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07CF-30CF-0F15-7811-4D94BA31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544F8-1533-BE92-EC12-F61FD11E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8F047-F555-A8A9-E45D-D40E7897D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87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EF2D1-5303-4ECE-BC36-62718892E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A23B9-2A6A-5A49-C9B6-A75763B61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373291-AC40-6BC1-56D0-1E1965A56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D38C6A-73F3-EF7D-1D3F-77F5B9216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F8F35-9C24-0B7B-7E19-43CC872E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743B5-781D-BA71-A926-70CB1697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69932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04DCA-F131-06BB-7A88-FB51F1887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6ECE-1057-567F-2078-C5C088597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49CFA-805D-B977-D99D-77F8D4EF9E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31D332-8339-DB2B-8730-BE4BD1A57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B95D38-34B8-7D01-B003-70D99CEE0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B429D2-CC01-F737-896A-025490CE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2357FF-5A5E-0B26-05D1-C14062C9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960DD6-D635-3B9A-68D3-5BB1212EF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048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4C7FC-0B0E-7371-1146-1BE51296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E3E5E3-DC14-5CA7-18B1-076A8E8D3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DE083-449C-29D4-B3C6-624837F9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30E10-4949-DBBF-F089-A07CFE72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7762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A64DDE-9DA6-1888-E802-54BEFDEA1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0026F8-7DEF-0D29-E0EB-6692DA67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A7A86-EFE0-6EC1-D3F2-AA97E9FA4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7125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3B3E-8891-7A7C-B1D1-368D0A46B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61F7D-9C97-38E8-B9C9-1AD1AA40E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CDA7AA-47D8-CC4A-715B-A265BE35D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0C318-83ED-C4E7-76B1-836E01BD6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8BEBDE-DCBA-03A7-1C80-57D7DDBEA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D7C9DA-AE06-10EE-D364-0BCBD08F8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494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4F55A-F833-FC4C-AC93-CF314D0FF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B86486-527B-B698-A66D-F955D13C20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5480F-C4AA-91CC-DAA8-2C6344137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C5378-F4B7-C050-A229-6F5B0A492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7EC71-C9E6-814D-63A7-8E950F191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EDA407-3C92-C68C-ED27-C8C13996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82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A6AC0-43DB-05C4-D6D8-2C8C8AA03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A8C028-2F64-7B1F-8393-5A61E371D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21BB6-1513-EBF2-D6F7-61EE6DDE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73772-3DB3-BB2F-6959-2BC873C6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DFA77-0DE2-D6A8-D300-61B6A29F3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2953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C5E792-6B00-256C-A6BA-DA9EDE09C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C187-B8E9-CA2F-97D4-CA9D828F76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99A9F-A6FC-9863-DDD5-FE8B246A7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432C6-6C25-BB06-FD93-93B0E44B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1C219-A667-927A-2C04-E7914E045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5152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A3082-4F58-15A7-4780-154D553F7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23E59-CB8F-6C26-AF06-A3FA31851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6B4C-902B-CEDE-5EFA-C0806DB93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708663-37D3-49A2-97A8-4811CA6E1BA5}" type="datetimeFigureOut">
              <a:rPr lang="LID4096" smtClean="0"/>
              <a:t>04/15/2026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4B078-C2A0-2D94-E461-66886390D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19A49-1F39-265E-FFD3-723AAA1AA6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1068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C3716E7-83E5-52CC-284D-CB68BC5C0AE8}"/>
              </a:ext>
            </a:extLst>
          </p:cNvPr>
          <p:cNvGrpSpPr/>
          <p:nvPr/>
        </p:nvGrpSpPr>
        <p:grpSpPr>
          <a:xfrm>
            <a:off x="2762865" y="1883017"/>
            <a:ext cx="6464933" cy="2332563"/>
            <a:chOff x="2762865" y="1883017"/>
            <a:chExt cx="6464933" cy="233256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7DE342F-A8B4-52FE-3B46-FB4CBFD687FD}"/>
                </a:ext>
              </a:extLst>
            </p:cNvPr>
            <p:cNvCxnSpPr>
              <a:cxnSpLocks/>
            </p:cNvCxnSpPr>
            <p:nvPr/>
          </p:nvCxnSpPr>
          <p:spPr>
            <a:xfrm>
              <a:off x="2762865" y="3429000"/>
              <a:ext cx="572681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A1F582B-1751-7139-AC76-8370E7DB7BDF}"/>
                </a:ext>
              </a:extLst>
            </p:cNvPr>
            <p:cNvSpPr/>
            <p:nvPr/>
          </p:nvSpPr>
          <p:spPr>
            <a:xfrm>
              <a:off x="3755923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DA572C-C39E-2593-F9AE-CFF050BCE726}"/>
                </a:ext>
              </a:extLst>
            </p:cNvPr>
            <p:cNvSpPr/>
            <p:nvPr/>
          </p:nvSpPr>
          <p:spPr>
            <a:xfrm>
              <a:off x="6995652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1F5FE41-4E5F-DDEC-6885-920980C103E2}"/>
                </a:ext>
              </a:extLst>
            </p:cNvPr>
            <p:cNvCxnSpPr>
              <a:stCxn id="7" idx="0"/>
              <a:endCxn id="6" idx="0"/>
            </p:cNvCxnSpPr>
            <p:nvPr/>
          </p:nvCxnSpPr>
          <p:spPr>
            <a:xfrm flipH="1">
              <a:off x="4050891" y="2642419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119710-19D2-687A-D40A-4816AAD9F4C2}"/>
                </a:ext>
              </a:extLst>
            </p:cNvPr>
            <p:cNvCxnSpPr>
              <a:stCxn id="6" idx="4"/>
              <a:endCxn id="7" idx="4"/>
            </p:cNvCxnSpPr>
            <p:nvPr/>
          </p:nvCxnSpPr>
          <p:spPr>
            <a:xfrm>
              <a:off x="4050891" y="4215580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690471F-3550-6E6E-E89D-56FCC20107B7}"/>
                </a:ext>
              </a:extLst>
            </p:cNvPr>
            <p:cNvCxnSpPr>
              <a:cxnSpLocks/>
            </p:cNvCxnSpPr>
            <p:nvPr/>
          </p:nvCxnSpPr>
          <p:spPr>
            <a:xfrm>
              <a:off x="4050891" y="2416275"/>
              <a:ext cx="32397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A493868-AD36-1DB0-38F7-0D709CDFD746}"/>
                </a:ext>
              </a:extLst>
            </p:cNvPr>
            <p:cNvCxnSpPr>
              <a:cxnSpLocks/>
            </p:cNvCxnSpPr>
            <p:nvPr/>
          </p:nvCxnSpPr>
          <p:spPr>
            <a:xfrm>
              <a:off x="3637168" y="2642419"/>
              <a:ext cx="0" cy="71437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/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/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7F4D5A3-882C-9CB2-4968-573F91037603}"/>
                </a:ext>
              </a:extLst>
            </p:cNvPr>
            <p:cNvCxnSpPr/>
            <p:nvPr/>
          </p:nvCxnSpPr>
          <p:spPr>
            <a:xfrm>
              <a:off x="7350760" y="3169748"/>
              <a:ext cx="87376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D98CD4B-9AD9-2215-0F1A-87735866ADB3}"/>
                </a:ext>
              </a:extLst>
            </p:cNvPr>
            <p:cNvCxnSpPr>
              <a:cxnSpLocks/>
            </p:cNvCxnSpPr>
            <p:nvPr/>
          </p:nvCxnSpPr>
          <p:spPr>
            <a:xfrm>
              <a:off x="3977640" y="3169748"/>
              <a:ext cx="54864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C737181-E7E6-2347-1F07-7E1294F57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63640" y="2062480"/>
              <a:ext cx="0" cy="53830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/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/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/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/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02296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FA5E25-618E-6276-4134-C1B7EF498404}"/>
              </a:ext>
            </a:extLst>
          </p:cNvPr>
          <p:cNvCxnSpPr/>
          <p:nvPr/>
        </p:nvCxnSpPr>
        <p:spPr>
          <a:xfrm flipV="1">
            <a:off x="1607820" y="2415540"/>
            <a:ext cx="4345940" cy="9118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6FD193-73CD-E789-2BFD-4EA0C924A293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BF8B10-2441-3286-2D6E-CC6A49C35B4D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0081C8-8B58-165F-68D1-E952C6C00B65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84885F-345B-FB86-4DCC-19E81C9C866B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349966B-8428-CAC8-A245-CDDE85851EC5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7CA234F-20C3-B54E-E379-6C4C0362FB9E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DFDF5B8-7C3A-8611-9349-D51849DBB7AD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C94519-14E8-29DF-7BF3-37C174677B53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9E8986D-56A0-5DD7-53E2-1A87F9ED963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3387B21-2774-A5CE-9FD8-2FB5A8BCE4EF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20257CA-13EC-7895-6BB2-10134C11A7E5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C4A1B26-1168-1490-0E6E-86E308000411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8EEDEDE-2084-E501-107E-215781D27146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10AE411-26BF-FA68-5C99-81274F3B1D64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5141EAC-DC9E-32CC-F780-F4B5DC286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blipFill>
                <a:blip r:embed="rId8"/>
                <a:stretch>
                  <a:fillRect l="-30556" t="-4444" r="-30556" b="-1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/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blipFill>
                <a:blip r:embed="rId9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9E7DD66-C329-0634-EE57-14EA3F32E17C}"/>
              </a:ext>
            </a:extLst>
          </p:cNvPr>
          <p:cNvCxnSpPr>
            <a:cxnSpLocks/>
          </p:cNvCxnSpPr>
          <p:nvPr/>
        </p:nvCxnSpPr>
        <p:spPr>
          <a:xfrm>
            <a:off x="1607820" y="3444441"/>
            <a:ext cx="420304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96D89882-FD95-DF98-4B40-2B22B7E3D231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088EE9-B7EC-D75C-2437-561A65AFD7F9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F871BA-F649-D169-F678-1281C78875D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212DEE-D4B7-DD5F-8D1E-CE8D73CC6A2C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2554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6F699-B4A0-09EB-79E1-0872C34E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F0B852C-27A9-A645-4F03-20177DD955C5}"/>
              </a:ext>
            </a:extLst>
          </p:cNvPr>
          <p:cNvCxnSpPr>
            <a:cxnSpLocks/>
          </p:cNvCxnSpPr>
          <p:nvPr/>
        </p:nvCxnSpPr>
        <p:spPr>
          <a:xfrm>
            <a:off x="467360" y="2415540"/>
            <a:ext cx="5486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6D12D5-B519-37F8-3331-C821A113C58E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5675030-9BF8-3616-6D35-F4DAA72130FB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39C5441-2C34-3D3C-FCFA-306DD2203637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ACE583B-0131-2F7F-A07E-2D67EE5C79D4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D5CC7AA-A3F5-FE43-5FB3-83B72B5EC1AB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FF64AC-09C6-39CD-8CF7-356CD5A125D9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68FFD57-AECE-B40F-CFE8-A2FC0B5A68C8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F952A25-55CC-D032-315F-A2AD25803A4A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ECE4885-1ABE-9F88-4467-BC17077798A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77A829F7-F07A-378F-0407-A68B99BC53EF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2AD90E2-BB3F-BA3B-E80E-5E3F67008D3C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1F25D09-5401-7E24-99B4-381BA5A4AF5A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A68FA19-3D1F-2A34-40C8-CD1CE77DB81F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B328FB7-B53B-3974-8372-6503F813EB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blipFill>
                <a:blip r:embed="rId7"/>
                <a:stretch>
                  <a:fillRect l="-46667" t="-4444" r="-43333" b="-3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8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E93FEBD8-6CA3-AB4C-A92E-9C3969E28B3F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66540C-CA37-A5F8-C1A9-3A02A6DB483C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E94B7B-00DC-116F-2B5E-82D6A814A17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7AAB17-E69D-E6FF-B1EB-15276A08B71E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87D555-C8B0-BE47-850E-499FB17A9031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9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5912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70717-0CBB-EF32-4074-BB0B6FC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50D5705-1AF0-874F-0B63-867A7F32B6AE}"/>
              </a:ext>
            </a:extLst>
          </p:cNvPr>
          <p:cNvCxnSpPr>
            <a:cxnSpLocks/>
          </p:cNvCxnSpPr>
          <p:nvPr/>
        </p:nvCxnSpPr>
        <p:spPr>
          <a:xfrm flipV="1">
            <a:off x="2621280" y="2700528"/>
            <a:ext cx="1488656" cy="623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0B97CC-1D5B-5B1C-E75B-E3A6C72C29A0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3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EE42CDF-20F9-F623-4B8E-04FC314EDCEF}"/>
              </a:ext>
            </a:extLst>
          </p:cNvPr>
          <p:cNvCxnSpPr>
            <a:cxnSpLocks/>
          </p:cNvCxnSpPr>
          <p:nvPr/>
        </p:nvCxnSpPr>
        <p:spPr>
          <a:xfrm flipH="1">
            <a:off x="4120315" y="870891"/>
            <a:ext cx="7055684" cy="1824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18F4A7F-79CB-42BC-4189-EFD035E1CEB7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AD7A95B-19B9-D9E5-F212-B2B02F8B3BDE}"/>
              </a:ext>
            </a:extLst>
          </p:cNvPr>
          <p:cNvCxnSpPr>
            <a:cxnSpLocks/>
          </p:cNvCxnSpPr>
          <p:nvPr/>
        </p:nvCxnSpPr>
        <p:spPr>
          <a:xfrm flipV="1">
            <a:off x="11297265" y="914799"/>
            <a:ext cx="0" cy="233132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F2FA174-AF1B-994A-740A-2D4DA9CA6FDB}"/>
              </a:ext>
            </a:extLst>
          </p:cNvPr>
          <p:cNvCxnSpPr>
            <a:cxnSpLocks/>
          </p:cNvCxnSpPr>
          <p:nvPr/>
        </p:nvCxnSpPr>
        <p:spPr>
          <a:xfrm flipV="1">
            <a:off x="9060426" y="1580609"/>
            <a:ext cx="0" cy="170615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AC58A1F-1AC2-7AEE-1997-B0EC7989F05E}"/>
              </a:ext>
            </a:extLst>
          </p:cNvPr>
          <p:cNvCxnSpPr>
            <a:cxnSpLocks/>
          </p:cNvCxnSpPr>
          <p:nvPr/>
        </p:nvCxnSpPr>
        <p:spPr>
          <a:xfrm>
            <a:off x="9060426" y="3465899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63984BF-6597-7766-3A48-34095F08AE22}"/>
              </a:ext>
            </a:extLst>
          </p:cNvPr>
          <p:cNvCxnSpPr>
            <a:cxnSpLocks/>
          </p:cNvCxnSpPr>
          <p:nvPr/>
        </p:nvCxnSpPr>
        <p:spPr>
          <a:xfrm flipV="1">
            <a:off x="4224129" y="3452184"/>
            <a:ext cx="4598219" cy="398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E45CF60-87B9-0332-C0DE-4DEBB4A39EB8}"/>
              </a:ext>
            </a:extLst>
          </p:cNvPr>
          <p:cNvCxnSpPr>
            <a:cxnSpLocks/>
          </p:cNvCxnSpPr>
          <p:nvPr/>
        </p:nvCxnSpPr>
        <p:spPr>
          <a:xfrm>
            <a:off x="2621280" y="3494248"/>
            <a:ext cx="137965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/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blipFill>
                <a:blip r:embed="rId4"/>
                <a:stretch>
                  <a:fillRect l="-27273" r="-2727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/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blipFill>
                <a:blip r:embed="rId5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BE5DE534-7C34-C072-71A1-D853AA93CF66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FCDDF23-4249-AE85-92E1-834CB7F2EF4F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D32D762-1765-2AD3-B0EC-3F6C060D3242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D621B7A-6B28-1A30-F380-D0AAC0F58A48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21F5040-A316-5A1A-53F2-6A155BB28E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/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blipFill>
                <a:blip r:embed="rId6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/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/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blipFill>
                <a:blip r:embed="rId8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/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blipFill>
                <a:blip r:embed="rId9"/>
                <a:stretch>
                  <a:fillRect l="-31429" t="-4348" r="-34286" b="-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4CB066C-18AF-E4F9-4435-5C6D2A75FAE7}"/>
              </a:ext>
            </a:extLst>
          </p:cNvPr>
          <p:cNvCxnSpPr>
            <a:cxnSpLocks/>
          </p:cNvCxnSpPr>
          <p:nvPr/>
        </p:nvCxnSpPr>
        <p:spPr>
          <a:xfrm>
            <a:off x="1752733" y="3789205"/>
            <a:ext cx="222696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0B03DC5D-F6CD-7670-7632-C34B661076B3}"/>
              </a:ext>
            </a:extLst>
          </p:cNvPr>
          <p:cNvSpPr txBox="1"/>
          <p:nvPr/>
        </p:nvSpPr>
        <p:spPr>
          <a:xfrm>
            <a:off x="3070145" y="12112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99534AE-DFC3-59CF-3D95-59915FB40CA4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CE2B58-F4B0-B2DA-739A-E501BFBE610D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447EFE-23C9-DD59-9F3E-5BF26F8546F8}"/>
              </a:ext>
            </a:extLst>
          </p:cNvPr>
          <p:cNvCxnSpPr>
            <a:cxnSpLocks/>
          </p:cNvCxnSpPr>
          <p:nvPr/>
        </p:nvCxnSpPr>
        <p:spPr>
          <a:xfrm flipV="1">
            <a:off x="1752733" y="2696960"/>
            <a:ext cx="2367582" cy="6286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990E70-7FCD-0E25-3768-1759C865D101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1B5CD8D-88B8-71FB-CD55-64DD745F0A53}"/>
              </a:ext>
            </a:extLst>
          </p:cNvPr>
          <p:cNvCxnSpPr/>
          <p:nvPr/>
        </p:nvCxnSpPr>
        <p:spPr>
          <a:xfrm>
            <a:off x="4115125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473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19225-A821-6511-73FB-5776772B5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D8BFA7E1-28A0-733E-03C6-FF3E987D0ED4}"/>
              </a:ext>
            </a:extLst>
          </p:cNvPr>
          <p:cNvGrpSpPr/>
          <p:nvPr/>
        </p:nvGrpSpPr>
        <p:grpSpPr>
          <a:xfrm>
            <a:off x="7059561" y="521937"/>
            <a:ext cx="3959760" cy="5646909"/>
            <a:chOff x="4296697" y="600595"/>
            <a:chExt cx="3959760" cy="564690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D3D9928-B583-C170-569B-4CF753E72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58"/>
            <a:stretch>
              <a:fillRect/>
            </a:stretch>
          </p:blipFill>
          <p:spPr>
            <a:xfrm>
              <a:off x="4296697" y="600595"/>
              <a:ext cx="3959760" cy="5646909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5787407-41BF-B9B0-EC6F-3C92C3FB1ADC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A6926AE-CF8C-160B-EDDA-30A379381AD5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5" name="Free-form: Shape 4">
                  <a:extLst>
                    <a:ext uri="{FF2B5EF4-FFF2-40B4-BE49-F238E27FC236}">
                      <a16:creationId xmlns:a16="http://schemas.microsoft.com/office/drawing/2014/main" id="{B889DF4A-EEFE-F5E7-CDF8-0802A4B8B3CA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Free-form: Shape 5">
                  <a:extLst>
                    <a:ext uri="{FF2B5EF4-FFF2-40B4-BE49-F238E27FC236}">
                      <a16:creationId xmlns:a16="http://schemas.microsoft.com/office/drawing/2014/main" id="{D8A3B319-1920-3842-8DE2-A960078DB98B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7" name="Free-form: Shape 6">
                  <a:extLst>
                    <a:ext uri="{FF2B5EF4-FFF2-40B4-BE49-F238E27FC236}">
                      <a16:creationId xmlns:a16="http://schemas.microsoft.com/office/drawing/2014/main" id="{01C2A2D0-F175-912D-F6AA-B9A1D79AEBF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8" name="Free-form: Shape 7">
                  <a:extLst>
                    <a:ext uri="{FF2B5EF4-FFF2-40B4-BE49-F238E27FC236}">
                      <a16:creationId xmlns:a16="http://schemas.microsoft.com/office/drawing/2014/main" id="{9022F052-789C-0292-61CB-DC6E1C317B72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E240841-6D25-6403-537C-5834BF215732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23" name="Free-form: Shape 22">
                  <a:extLst>
                    <a:ext uri="{FF2B5EF4-FFF2-40B4-BE49-F238E27FC236}">
                      <a16:creationId xmlns:a16="http://schemas.microsoft.com/office/drawing/2014/main" id="{9BDF6CD3-8CC1-6895-D7EA-F3AF8EEB1B83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6" name="Free-form: Shape 25">
                  <a:extLst>
                    <a:ext uri="{FF2B5EF4-FFF2-40B4-BE49-F238E27FC236}">
                      <a16:creationId xmlns:a16="http://schemas.microsoft.com/office/drawing/2014/main" id="{8339D224-D895-1C03-A2DC-3FD0ACF1951A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7" name="Free-form: Shape 26">
                  <a:extLst>
                    <a:ext uri="{FF2B5EF4-FFF2-40B4-BE49-F238E27FC236}">
                      <a16:creationId xmlns:a16="http://schemas.microsoft.com/office/drawing/2014/main" id="{81B1B4BC-53C6-CE4C-51FB-B2E9A3441151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8" name="Free-form: Shape 27">
                  <a:extLst>
                    <a:ext uri="{FF2B5EF4-FFF2-40B4-BE49-F238E27FC236}">
                      <a16:creationId xmlns:a16="http://schemas.microsoft.com/office/drawing/2014/main" id="{870D2E1F-7C91-DD49-DF75-7A049D1523B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FF475903-4F57-A847-9C93-4057B2E3ACB9}"/>
                </a:ext>
              </a:extLst>
            </p:cNvPr>
            <p:cNvGrpSpPr/>
            <p:nvPr/>
          </p:nvGrpSpPr>
          <p:grpSpPr>
            <a:xfrm>
              <a:off x="4512938" y="3187699"/>
              <a:ext cx="1664948" cy="470157"/>
              <a:chOff x="4512938" y="3187699"/>
              <a:chExt cx="1664948" cy="470157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EA638952-736A-3586-ED8F-DCBE82666A02}"/>
                  </a:ext>
                </a:extLst>
              </p:cNvPr>
              <p:cNvGrpSpPr/>
              <p:nvPr/>
            </p:nvGrpSpPr>
            <p:grpSpPr>
              <a:xfrm>
                <a:off x="4512938" y="3187699"/>
                <a:ext cx="721541" cy="470157"/>
                <a:chOff x="4512938" y="3187699"/>
                <a:chExt cx="721541" cy="470157"/>
              </a:xfrm>
            </p:grpSpPr>
            <p:sp>
              <p:nvSpPr>
                <p:cNvPr id="32" name="Free-form: Shape 31">
                  <a:extLst>
                    <a:ext uri="{FF2B5EF4-FFF2-40B4-BE49-F238E27FC236}">
                      <a16:creationId xmlns:a16="http://schemas.microsoft.com/office/drawing/2014/main" id="{1EEDBA93-EF0A-2DED-21CD-A90AA33B219E}"/>
                    </a:ext>
                  </a:extLst>
                </p:cNvPr>
                <p:cNvSpPr/>
                <p:nvPr/>
              </p:nvSpPr>
              <p:spPr>
                <a:xfrm>
                  <a:off x="4512938" y="3187700"/>
                  <a:ext cx="132638" cy="45994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Free-form: Shape 32">
                  <a:extLst>
                    <a:ext uri="{FF2B5EF4-FFF2-40B4-BE49-F238E27FC236}">
                      <a16:creationId xmlns:a16="http://schemas.microsoft.com/office/drawing/2014/main" id="{9EFE2A9F-1B34-F997-3CC1-2657FFC69849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6" name="Free-form: Shape 35">
                  <a:extLst>
                    <a:ext uri="{FF2B5EF4-FFF2-40B4-BE49-F238E27FC236}">
                      <a16:creationId xmlns:a16="http://schemas.microsoft.com/office/drawing/2014/main" id="{BA931190-C6F5-A794-A8EE-F3AABD28684B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8" name="Free-form: Shape 37">
                  <a:extLst>
                    <a:ext uri="{FF2B5EF4-FFF2-40B4-BE49-F238E27FC236}">
                      <a16:creationId xmlns:a16="http://schemas.microsoft.com/office/drawing/2014/main" id="{0468760D-E0FD-67DF-84DA-80ADC0E12386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D2D32DA-5ED2-A571-F66D-F274E1EEF33F}"/>
                  </a:ext>
                </a:extLst>
              </p:cNvPr>
              <p:cNvGrpSpPr/>
              <p:nvPr/>
            </p:nvGrpSpPr>
            <p:grpSpPr>
              <a:xfrm flipH="1">
                <a:off x="5457888" y="3187699"/>
                <a:ext cx="719998" cy="470157"/>
                <a:chOff x="4512939" y="3187699"/>
                <a:chExt cx="721540" cy="470157"/>
              </a:xfrm>
            </p:grpSpPr>
            <p:sp>
              <p:nvSpPr>
                <p:cNvPr id="43" name="Free-form: Shape 42">
                  <a:extLst>
                    <a:ext uri="{FF2B5EF4-FFF2-40B4-BE49-F238E27FC236}">
                      <a16:creationId xmlns:a16="http://schemas.microsoft.com/office/drawing/2014/main" id="{D7FEF06B-E608-A356-CD51-AE931B763E34}"/>
                    </a:ext>
                  </a:extLst>
                </p:cNvPr>
                <p:cNvSpPr/>
                <p:nvPr/>
              </p:nvSpPr>
              <p:spPr>
                <a:xfrm>
                  <a:off x="4512939" y="3187700"/>
                  <a:ext cx="134669" cy="466985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6" name="Free-form: Shape 45">
                  <a:extLst>
                    <a:ext uri="{FF2B5EF4-FFF2-40B4-BE49-F238E27FC236}">
                      <a16:creationId xmlns:a16="http://schemas.microsoft.com/office/drawing/2014/main" id="{8B9CC253-E164-A32F-36CF-09A7DDC4732F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7" name="Free-form: Shape 46">
                  <a:extLst>
                    <a:ext uri="{FF2B5EF4-FFF2-40B4-BE49-F238E27FC236}">
                      <a16:creationId xmlns:a16="http://schemas.microsoft.com/office/drawing/2014/main" id="{43C5FF02-2B58-1E7B-944F-B6B8BF4B6D53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8" name="Free-form: Shape 47">
                  <a:extLst>
                    <a:ext uri="{FF2B5EF4-FFF2-40B4-BE49-F238E27FC236}">
                      <a16:creationId xmlns:a16="http://schemas.microsoft.com/office/drawing/2014/main" id="{3D4EE06D-5A19-1E28-79A8-7C7EB14793FB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85381B9-6C75-6D17-D5C7-77D9F01A7082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Isosceles Triangle 58">
              <a:extLst>
                <a:ext uri="{FF2B5EF4-FFF2-40B4-BE49-F238E27FC236}">
                  <a16:creationId xmlns:a16="http://schemas.microsoft.com/office/drawing/2014/main" id="{19E9AAE1-6C4C-19B6-F0A1-5164B0BDD9D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389F6D5A-89D7-1748-A157-4DD7EF921324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4527AD76-8E2A-7049-8EAA-D5869BE6FA16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FCF795E1-33D8-5D09-3A76-A53559E226CD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4DD03BF0-458B-FEF5-4A05-35CBA1717BA2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Isosceles Triangle 70">
              <a:extLst>
                <a:ext uri="{FF2B5EF4-FFF2-40B4-BE49-F238E27FC236}">
                  <a16:creationId xmlns:a16="http://schemas.microsoft.com/office/drawing/2014/main" id="{CDCECF9F-4CAF-DCA6-0F85-E5352C32240B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Isosceles Triangle 71">
              <a:extLst>
                <a:ext uri="{FF2B5EF4-FFF2-40B4-BE49-F238E27FC236}">
                  <a16:creationId xmlns:a16="http://schemas.microsoft.com/office/drawing/2014/main" id="{94E63BF5-4A93-5116-C2C4-708AA412B933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E7C3E25C-104A-9D1C-F682-33B57A8F8D2C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5" name="Isosceles Triangle 74">
              <a:extLst>
                <a:ext uri="{FF2B5EF4-FFF2-40B4-BE49-F238E27FC236}">
                  <a16:creationId xmlns:a16="http://schemas.microsoft.com/office/drawing/2014/main" id="{12ABD5EC-7CE8-E531-A74C-D747E4343394}"/>
                </a:ext>
              </a:extLst>
            </p:cNvPr>
            <p:cNvSpPr/>
            <p:nvPr/>
          </p:nvSpPr>
          <p:spPr>
            <a:xfrm rot="10800000">
              <a:off x="61217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5D4F3E2F-20E3-A40D-EA22-6F6927EAAFE3}"/>
                </a:ext>
              </a:extLst>
            </p:cNvPr>
            <p:cNvSpPr/>
            <p:nvPr/>
          </p:nvSpPr>
          <p:spPr>
            <a:xfrm rot="10800000">
              <a:off x="4464407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D53E099C-B58D-3B70-AA9A-27C3D3C0ED97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8" name="Isosceles Triangle 77">
              <a:extLst>
                <a:ext uri="{FF2B5EF4-FFF2-40B4-BE49-F238E27FC236}">
                  <a16:creationId xmlns:a16="http://schemas.microsoft.com/office/drawing/2014/main" id="{D7647402-46C6-1C4B-A368-DB41BDA59016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8BB0E181-5F7F-B8BE-985C-540ACCFFE73D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0" name="Isosceles Triangle 79">
              <a:extLst>
                <a:ext uri="{FF2B5EF4-FFF2-40B4-BE49-F238E27FC236}">
                  <a16:creationId xmlns:a16="http://schemas.microsoft.com/office/drawing/2014/main" id="{37EBBA12-12A6-040D-551E-917F68BCB946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1" name="Isosceles Triangle 80">
              <a:extLst>
                <a:ext uri="{FF2B5EF4-FFF2-40B4-BE49-F238E27FC236}">
                  <a16:creationId xmlns:a16="http://schemas.microsoft.com/office/drawing/2014/main" id="{D9570C9D-0161-AC2F-CC0E-287C83F0DB89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A8905927-C0E1-54A2-F88C-BB5A1524DC1F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26CA82A6-A2BA-D530-0C0E-54C4EBAA9B05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556468A-77EE-C356-048F-6A1E93A4B730}"/>
                </a:ext>
              </a:extLst>
            </p:cNvPr>
            <p:cNvGrpSpPr/>
            <p:nvPr/>
          </p:nvGrpSpPr>
          <p:grpSpPr>
            <a:xfrm flipV="1">
              <a:off x="6608723" y="4941238"/>
              <a:ext cx="426823" cy="876285"/>
              <a:chOff x="8667489" y="1014753"/>
              <a:chExt cx="426823" cy="875918"/>
            </a:xfrm>
          </p:grpSpPr>
          <p:sp>
            <p:nvSpPr>
              <p:cNvPr id="84" name="Isosceles Triangle 83">
                <a:extLst>
                  <a:ext uri="{FF2B5EF4-FFF2-40B4-BE49-F238E27FC236}">
                    <a16:creationId xmlns:a16="http://schemas.microsoft.com/office/drawing/2014/main" id="{7B846949-3761-EBC2-5C67-48F592BB29E3}"/>
                  </a:ext>
                </a:extLst>
              </p:cNvPr>
              <p:cNvSpPr/>
              <p:nvPr/>
            </p:nvSpPr>
            <p:spPr>
              <a:xfrm rot="6079320">
                <a:off x="8667423" y="1781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Isosceles Triangle 84">
                <a:extLst>
                  <a:ext uri="{FF2B5EF4-FFF2-40B4-BE49-F238E27FC236}">
                    <a16:creationId xmlns:a16="http://schemas.microsoft.com/office/drawing/2014/main" id="{F1BFB59B-41BE-89BD-B024-58E781ED6CB4}"/>
                  </a:ext>
                </a:extLst>
              </p:cNvPr>
              <p:cNvSpPr/>
              <p:nvPr/>
            </p:nvSpPr>
            <p:spPr>
              <a:xfrm rot="5802152">
                <a:off x="8805214" y="1515164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6" name="Isosceles Triangle 85">
                <a:extLst>
                  <a:ext uri="{FF2B5EF4-FFF2-40B4-BE49-F238E27FC236}">
                    <a16:creationId xmlns:a16="http://schemas.microsoft.com/office/drawing/2014/main" id="{47925251-4325-0910-71FC-AFD9A2A25836}"/>
                  </a:ext>
                </a:extLst>
              </p:cNvPr>
              <p:cNvSpPr/>
              <p:nvPr/>
            </p:nvSpPr>
            <p:spPr>
              <a:xfrm rot="6047115">
                <a:off x="8874109" y="1273382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7" name="Isosceles Triangle 86">
                <a:extLst>
                  <a:ext uri="{FF2B5EF4-FFF2-40B4-BE49-F238E27FC236}">
                    <a16:creationId xmlns:a16="http://schemas.microsoft.com/office/drawing/2014/main" id="{5D2D5181-CBBC-5C5C-CC54-B33C490C7553}"/>
                  </a:ext>
                </a:extLst>
              </p:cNvPr>
              <p:cNvSpPr/>
              <p:nvPr/>
            </p:nvSpPr>
            <p:spPr>
              <a:xfrm rot="6220158">
                <a:off x="8984899" y="1014819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465C1CC-0973-2D10-05F1-8658DE98DEB6}"/>
              </a:ext>
            </a:extLst>
          </p:cNvPr>
          <p:cNvGrpSpPr/>
          <p:nvPr/>
        </p:nvGrpSpPr>
        <p:grpSpPr>
          <a:xfrm flipH="1">
            <a:off x="3376600" y="514899"/>
            <a:ext cx="3786565" cy="5646909"/>
            <a:chOff x="4470122" y="600595"/>
            <a:chExt cx="3786335" cy="5646909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4614E7EA-67A0-05E4-1EB3-90C66F91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2703"/>
            <a:stretch>
              <a:fillRect/>
            </a:stretch>
          </p:blipFill>
          <p:spPr>
            <a:xfrm>
              <a:off x="4484482" y="600595"/>
              <a:ext cx="3771975" cy="5646909"/>
            </a:xfrm>
            <a:prstGeom prst="rect">
              <a:avLst/>
            </a:prstGeom>
          </p:spPr>
        </p:pic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368EA43-2F7A-9263-7196-529B1CB970FB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F75D4517-24AF-F13B-4A62-3ED26CEE7CE6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133" name="Free-form: Shape 132">
                  <a:extLst>
                    <a:ext uri="{FF2B5EF4-FFF2-40B4-BE49-F238E27FC236}">
                      <a16:creationId xmlns:a16="http://schemas.microsoft.com/office/drawing/2014/main" id="{0D8332FA-4CB2-4A9D-4CC7-C892E7C00BF6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4" name="Free-form: Shape 133">
                  <a:extLst>
                    <a:ext uri="{FF2B5EF4-FFF2-40B4-BE49-F238E27FC236}">
                      <a16:creationId xmlns:a16="http://schemas.microsoft.com/office/drawing/2014/main" id="{233A14E6-C880-EAB1-3431-F7FADAE3B854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5" name="Free-form: Shape 134">
                  <a:extLst>
                    <a:ext uri="{FF2B5EF4-FFF2-40B4-BE49-F238E27FC236}">
                      <a16:creationId xmlns:a16="http://schemas.microsoft.com/office/drawing/2014/main" id="{21214F7E-72CB-8335-FC5A-3F5A541FB58C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6" name="Free-form: Shape 135">
                  <a:extLst>
                    <a:ext uri="{FF2B5EF4-FFF2-40B4-BE49-F238E27FC236}">
                      <a16:creationId xmlns:a16="http://schemas.microsoft.com/office/drawing/2014/main" id="{32ABD711-FBE5-74D7-F4B3-7AB83ED559CD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8C4C79E2-4DBE-F81A-573C-78BE5BEB0F15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129" name="Free-form: Shape 128">
                  <a:extLst>
                    <a:ext uri="{FF2B5EF4-FFF2-40B4-BE49-F238E27FC236}">
                      <a16:creationId xmlns:a16="http://schemas.microsoft.com/office/drawing/2014/main" id="{A9CBCAB3-377C-41CA-9FAE-72B46C4CBE8C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0" name="Free-form: Shape 129">
                  <a:extLst>
                    <a:ext uri="{FF2B5EF4-FFF2-40B4-BE49-F238E27FC236}">
                      <a16:creationId xmlns:a16="http://schemas.microsoft.com/office/drawing/2014/main" id="{3FFB8619-2CD5-3D06-38F7-4E4366A09ED1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1" name="Free-form: Shape 130">
                  <a:extLst>
                    <a:ext uri="{FF2B5EF4-FFF2-40B4-BE49-F238E27FC236}">
                      <a16:creationId xmlns:a16="http://schemas.microsoft.com/office/drawing/2014/main" id="{A4EFA89B-3792-AA60-BDEA-48E10E91251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2" name="Free-form: Shape 131">
                  <a:extLst>
                    <a:ext uri="{FF2B5EF4-FFF2-40B4-BE49-F238E27FC236}">
                      <a16:creationId xmlns:a16="http://schemas.microsoft.com/office/drawing/2014/main" id="{DA213C27-8D48-A822-47C1-C17C8E4B975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2EFAA26-DD93-D52A-A1F9-793762BD077D}"/>
                </a:ext>
              </a:extLst>
            </p:cNvPr>
            <p:cNvGrpSpPr/>
            <p:nvPr/>
          </p:nvGrpSpPr>
          <p:grpSpPr>
            <a:xfrm>
              <a:off x="4518653" y="3183890"/>
              <a:ext cx="1659235" cy="473966"/>
              <a:chOff x="4518653" y="3183890"/>
              <a:chExt cx="1659235" cy="47396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302AFD76-9EFA-A4B4-DA4B-FC79DD741BFA}"/>
                  </a:ext>
                </a:extLst>
              </p:cNvPr>
              <p:cNvGrpSpPr/>
              <p:nvPr/>
            </p:nvGrpSpPr>
            <p:grpSpPr>
              <a:xfrm>
                <a:off x="4518653" y="3187699"/>
                <a:ext cx="715826" cy="470157"/>
                <a:chOff x="4518653" y="3187699"/>
                <a:chExt cx="715826" cy="470157"/>
              </a:xfrm>
            </p:grpSpPr>
            <p:sp>
              <p:nvSpPr>
                <p:cNvPr id="123" name="Free-form: Shape 122">
                  <a:extLst>
                    <a:ext uri="{FF2B5EF4-FFF2-40B4-BE49-F238E27FC236}">
                      <a16:creationId xmlns:a16="http://schemas.microsoft.com/office/drawing/2014/main" id="{815FAF53-3F48-861E-3F7A-9D1596D004C7}"/>
                    </a:ext>
                  </a:extLst>
                </p:cNvPr>
                <p:cNvSpPr/>
                <p:nvPr/>
              </p:nvSpPr>
              <p:spPr>
                <a:xfrm>
                  <a:off x="4518653" y="3187700"/>
                  <a:ext cx="127747" cy="466981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4" name="Free-form: Shape 123">
                  <a:extLst>
                    <a:ext uri="{FF2B5EF4-FFF2-40B4-BE49-F238E27FC236}">
                      <a16:creationId xmlns:a16="http://schemas.microsoft.com/office/drawing/2014/main" id="{40E8D3C8-20E2-1837-CCCA-1E937537B496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5" name="Free-form: Shape 124">
                  <a:extLst>
                    <a:ext uri="{FF2B5EF4-FFF2-40B4-BE49-F238E27FC236}">
                      <a16:creationId xmlns:a16="http://schemas.microsoft.com/office/drawing/2014/main" id="{EB1FBCA9-4181-B430-4183-E086B108D6D5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6" name="Free-form: Shape 125">
                  <a:extLst>
                    <a:ext uri="{FF2B5EF4-FFF2-40B4-BE49-F238E27FC236}">
                      <a16:creationId xmlns:a16="http://schemas.microsoft.com/office/drawing/2014/main" id="{ADB77613-D59A-98E8-69BF-A1E6828B9DAA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3A24145-C810-84B0-CDC9-79A82914FDA6}"/>
                  </a:ext>
                </a:extLst>
              </p:cNvPr>
              <p:cNvGrpSpPr/>
              <p:nvPr/>
            </p:nvGrpSpPr>
            <p:grpSpPr>
              <a:xfrm flipH="1">
                <a:off x="5457888" y="3183890"/>
                <a:ext cx="720000" cy="473966"/>
                <a:chOff x="4512937" y="3183890"/>
                <a:chExt cx="721542" cy="473966"/>
              </a:xfrm>
            </p:grpSpPr>
            <p:sp>
              <p:nvSpPr>
                <p:cNvPr id="119" name="Free-form: Shape 118">
                  <a:extLst>
                    <a:ext uri="{FF2B5EF4-FFF2-40B4-BE49-F238E27FC236}">
                      <a16:creationId xmlns:a16="http://schemas.microsoft.com/office/drawing/2014/main" id="{AE0529FD-CB8F-827D-A797-AE67F9A43F26}"/>
                    </a:ext>
                  </a:extLst>
                </p:cNvPr>
                <p:cNvSpPr/>
                <p:nvPr/>
              </p:nvSpPr>
              <p:spPr>
                <a:xfrm>
                  <a:off x="4512937" y="3183890"/>
                  <a:ext cx="134923" cy="46698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0" name="Free-form: Shape 119">
                  <a:extLst>
                    <a:ext uri="{FF2B5EF4-FFF2-40B4-BE49-F238E27FC236}">
                      <a16:creationId xmlns:a16="http://schemas.microsoft.com/office/drawing/2014/main" id="{8DB0B32D-FF22-2D89-9B02-CC6286594FD5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1" name="Free-form: Shape 120">
                  <a:extLst>
                    <a:ext uri="{FF2B5EF4-FFF2-40B4-BE49-F238E27FC236}">
                      <a16:creationId xmlns:a16="http://schemas.microsoft.com/office/drawing/2014/main" id="{6F8EDF86-EC70-229B-9A68-D4A9EE41EA29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2" name="Free-form: Shape 121">
                  <a:extLst>
                    <a:ext uri="{FF2B5EF4-FFF2-40B4-BE49-F238E27FC236}">
                      <a16:creationId xmlns:a16="http://schemas.microsoft.com/office/drawing/2014/main" id="{174CF93F-7988-A5CD-6834-A079CD0F0CEF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D24E3F1C-1726-FCAA-C9EA-E628FF50D2EC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B76C5EB7-DF0E-5A14-C22D-EFB784DB3DA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046539A0-9A31-BB56-F5A6-C3638861653A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Isosceles Triangle 95">
              <a:extLst>
                <a:ext uri="{FF2B5EF4-FFF2-40B4-BE49-F238E27FC236}">
                  <a16:creationId xmlns:a16="http://schemas.microsoft.com/office/drawing/2014/main" id="{197E0001-738A-0807-62B3-0AE5C4140938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AC763B76-6F70-4576-5122-B11445452B13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1BB0ABF8-D505-7EFA-40C4-13B92A5615B7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Isosceles Triangle 98">
              <a:extLst>
                <a:ext uri="{FF2B5EF4-FFF2-40B4-BE49-F238E27FC236}">
                  <a16:creationId xmlns:a16="http://schemas.microsoft.com/office/drawing/2014/main" id="{997217D8-076D-BBE7-C774-754D47A7E62D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B4F3DDE-132F-ACE3-8C31-783459715306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EA5A2ABD-B6C5-16AC-2E68-816C6218525B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7980F3B6-8D56-239E-BB91-C34B6A7DA6D6}"/>
                </a:ext>
              </a:extLst>
            </p:cNvPr>
            <p:cNvSpPr/>
            <p:nvPr/>
          </p:nvSpPr>
          <p:spPr>
            <a:xfrm rot="10800000">
              <a:off x="6121714" y="33647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Isosceles Triangle 102">
              <a:extLst>
                <a:ext uri="{FF2B5EF4-FFF2-40B4-BE49-F238E27FC236}">
                  <a16:creationId xmlns:a16="http://schemas.microsoft.com/office/drawing/2014/main" id="{30117F2C-0F7C-45CB-B4D1-1EB0745AE776}"/>
                </a:ext>
              </a:extLst>
            </p:cNvPr>
            <p:cNvSpPr/>
            <p:nvPr/>
          </p:nvSpPr>
          <p:spPr>
            <a:xfrm rot="10800000">
              <a:off x="4470122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4" name="Isosceles Triangle 103">
              <a:extLst>
                <a:ext uri="{FF2B5EF4-FFF2-40B4-BE49-F238E27FC236}">
                  <a16:creationId xmlns:a16="http://schemas.microsoft.com/office/drawing/2014/main" id="{1929E334-1F90-3F40-66C5-59A4E02FAFAF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F96CC33B-F30D-5A5D-B7C6-BB0EED8ABBA2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1FCCAD4B-3C78-D984-8118-19369F991BC3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Isosceles Triangle 106">
              <a:extLst>
                <a:ext uri="{FF2B5EF4-FFF2-40B4-BE49-F238E27FC236}">
                  <a16:creationId xmlns:a16="http://schemas.microsoft.com/office/drawing/2014/main" id="{BF55D1F5-B5B4-EFAA-A798-9501D3529ABB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8" name="Isosceles Triangle 107">
              <a:extLst>
                <a:ext uri="{FF2B5EF4-FFF2-40B4-BE49-F238E27FC236}">
                  <a16:creationId xmlns:a16="http://schemas.microsoft.com/office/drawing/2014/main" id="{6DA1C183-8F65-0958-D9BA-2EF3E39526C2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Isosceles Triangle 108">
              <a:extLst>
                <a:ext uri="{FF2B5EF4-FFF2-40B4-BE49-F238E27FC236}">
                  <a16:creationId xmlns:a16="http://schemas.microsoft.com/office/drawing/2014/main" id="{3C0BA392-87D5-9C40-7891-6E750790A6AC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0" name="Isosceles Triangle 109">
              <a:extLst>
                <a:ext uri="{FF2B5EF4-FFF2-40B4-BE49-F238E27FC236}">
                  <a16:creationId xmlns:a16="http://schemas.microsoft.com/office/drawing/2014/main" id="{756C711C-938E-3039-AF9B-8C742130B7E4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21F65D85-E91B-1C4A-1CD4-7CE05BEFF150}"/>
                </a:ext>
              </a:extLst>
            </p:cNvPr>
            <p:cNvGrpSpPr/>
            <p:nvPr/>
          </p:nvGrpSpPr>
          <p:grpSpPr>
            <a:xfrm flipV="1">
              <a:off x="6608723" y="4939337"/>
              <a:ext cx="426823" cy="881997"/>
              <a:chOff x="8667489" y="1010944"/>
              <a:chExt cx="426823" cy="881627"/>
            </a:xfrm>
          </p:grpSpPr>
          <p:sp>
            <p:nvSpPr>
              <p:cNvPr id="112" name="Isosceles Triangle 111">
                <a:extLst>
                  <a:ext uri="{FF2B5EF4-FFF2-40B4-BE49-F238E27FC236}">
                    <a16:creationId xmlns:a16="http://schemas.microsoft.com/office/drawing/2014/main" id="{2BC52BCE-C63F-5FEE-8E0C-D63D9826377B}"/>
                  </a:ext>
                </a:extLst>
              </p:cNvPr>
              <p:cNvSpPr/>
              <p:nvPr/>
            </p:nvSpPr>
            <p:spPr>
              <a:xfrm rot="6015914">
                <a:off x="8667423" y="17831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3" name="Isosceles Triangle 112">
                <a:extLst>
                  <a:ext uri="{FF2B5EF4-FFF2-40B4-BE49-F238E27FC236}">
                    <a16:creationId xmlns:a16="http://schemas.microsoft.com/office/drawing/2014/main" id="{92468C3F-BD87-F2CA-32A9-D093FC67B8A0}"/>
                  </a:ext>
                </a:extLst>
              </p:cNvPr>
              <p:cNvSpPr/>
              <p:nvPr/>
            </p:nvSpPr>
            <p:spPr>
              <a:xfrm rot="6217905">
                <a:off x="8805214" y="1513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4" name="Isosceles Triangle 113">
                <a:extLst>
                  <a:ext uri="{FF2B5EF4-FFF2-40B4-BE49-F238E27FC236}">
                    <a16:creationId xmlns:a16="http://schemas.microsoft.com/office/drawing/2014/main" id="{FE6A521C-1F0A-F134-651D-8720D6578E8E}"/>
                  </a:ext>
                </a:extLst>
              </p:cNvPr>
              <p:cNvSpPr/>
              <p:nvPr/>
            </p:nvSpPr>
            <p:spPr>
              <a:xfrm rot="5903534">
                <a:off x="8874109" y="1275285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5" name="Isosceles Triangle 114">
                <a:extLst>
                  <a:ext uri="{FF2B5EF4-FFF2-40B4-BE49-F238E27FC236}">
                    <a16:creationId xmlns:a16="http://schemas.microsoft.com/office/drawing/2014/main" id="{E21DF9B7-6B99-0B88-D83D-B2CEE1DAE15E}"/>
                  </a:ext>
                </a:extLst>
              </p:cNvPr>
              <p:cNvSpPr/>
              <p:nvPr/>
            </p:nvSpPr>
            <p:spPr>
              <a:xfrm rot="5981027">
                <a:off x="8984899" y="1011010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99D6ABB-EC5E-533F-8C77-3181BF174984}"/>
              </a:ext>
            </a:extLst>
          </p:cNvPr>
          <p:cNvCxnSpPr>
            <a:cxnSpLocks/>
          </p:cNvCxnSpPr>
          <p:nvPr/>
        </p:nvCxnSpPr>
        <p:spPr>
          <a:xfrm>
            <a:off x="5566410" y="309819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AB4C50B-7861-0F24-AAA9-AF46CB0157A4}"/>
              </a:ext>
            </a:extLst>
          </p:cNvPr>
          <p:cNvCxnSpPr>
            <a:cxnSpLocks/>
          </p:cNvCxnSpPr>
          <p:nvPr/>
        </p:nvCxnSpPr>
        <p:spPr>
          <a:xfrm>
            <a:off x="5565930" y="3568987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5CF263CA-7C44-EF27-9EB9-6C1B49BEBD64}"/>
              </a:ext>
            </a:extLst>
          </p:cNvPr>
          <p:cNvCxnSpPr>
            <a:cxnSpLocks/>
          </p:cNvCxnSpPr>
          <p:nvPr/>
        </p:nvCxnSpPr>
        <p:spPr>
          <a:xfrm>
            <a:off x="7391061" y="3103989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E2E3C35A-A7A0-705A-EB05-E381FC1502F1}"/>
              </a:ext>
            </a:extLst>
          </p:cNvPr>
          <p:cNvCxnSpPr>
            <a:cxnSpLocks/>
          </p:cNvCxnSpPr>
          <p:nvPr/>
        </p:nvCxnSpPr>
        <p:spPr>
          <a:xfrm>
            <a:off x="7390581" y="357478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/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1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LID4096" sz="1200" b="1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TextBox 194">
            <a:extLst>
              <a:ext uri="{FF2B5EF4-FFF2-40B4-BE49-F238E27FC236}">
                <a16:creationId xmlns:a16="http://schemas.microsoft.com/office/drawing/2014/main" id="{8B7B7743-4040-35FA-DDEB-B4099B85C678}"/>
              </a:ext>
            </a:extLst>
          </p:cNvPr>
          <p:cNvSpPr txBox="1"/>
          <p:nvPr/>
        </p:nvSpPr>
        <p:spPr>
          <a:xfrm>
            <a:off x="7426078" y="517918"/>
            <a:ext cx="2261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Zacht</a:t>
            </a:r>
            <a:r>
              <a:rPr lang="en-GB" dirty="0"/>
              <a:t> </a:t>
            </a:r>
            <a:r>
              <a:rPr lang="en-GB" dirty="0" err="1"/>
              <a:t>magnetisch</a:t>
            </a:r>
            <a:r>
              <a:rPr lang="en-GB" dirty="0"/>
              <a:t> </a:t>
            </a:r>
            <a:r>
              <a:rPr lang="en-GB" dirty="0" err="1"/>
              <a:t>metaal</a:t>
            </a:r>
            <a:endParaRPr lang="LID4096" dirty="0"/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EE158B1C-8801-EC5D-BC0F-00B590B9F4A5}"/>
              </a:ext>
            </a:extLst>
          </p:cNvPr>
          <p:cNvCxnSpPr>
            <a:cxnSpLocks/>
          </p:cNvCxnSpPr>
          <p:nvPr/>
        </p:nvCxnSpPr>
        <p:spPr>
          <a:xfrm>
            <a:off x="7866891" y="1164249"/>
            <a:ext cx="297216" cy="344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8AEB1562-75CB-9580-1518-305A3035B38B}"/>
              </a:ext>
            </a:extLst>
          </p:cNvPr>
          <p:cNvSpPr txBox="1"/>
          <p:nvPr/>
        </p:nvSpPr>
        <p:spPr>
          <a:xfrm>
            <a:off x="6822760" y="2452353"/>
            <a:ext cx="2261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Gap</a:t>
            </a:r>
            <a:endParaRPr lang="LID4096" dirty="0"/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4B8C9FA2-9C3F-0CAF-2FC8-9631D6AE6132}"/>
              </a:ext>
            </a:extLst>
          </p:cNvPr>
          <p:cNvCxnSpPr>
            <a:cxnSpLocks/>
          </p:cNvCxnSpPr>
          <p:nvPr/>
        </p:nvCxnSpPr>
        <p:spPr>
          <a:xfrm>
            <a:off x="7148804" y="2787732"/>
            <a:ext cx="163475" cy="3213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30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898B87-C499-A563-9D36-AA57A37BB93F}"/>
              </a:ext>
            </a:extLst>
          </p:cNvPr>
          <p:cNvSpPr/>
          <p:nvPr/>
        </p:nvSpPr>
        <p:spPr>
          <a:xfrm>
            <a:off x="3397045" y="3778540"/>
            <a:ext cx="5397909" cy="113071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114A2C6-66C1-E0A9-58D7-0F09A491E4E6}"/>
              </a:ext>
            </a:extLst>
          </p:cNvPr>
          <p:cNvSpPr/>
          <p:nvPr/>
        </p:nvSpPr>
        <p:spPr>
          <a:xfrm>
            <a:off x="4689986" y="4049375"/>
            <a:ext cx="2812028" cy="5890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1C4C12-E211-5BE3-E665-A3A667FF7700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6096000" y="4909250"/>
            <a:ext cx="0" cy="92259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/>
              <p:nvPr/>
            </p:nvSpPr>
            <p:spPr>
              <a:xfrm>
                <a:off x="5529968" y="3279662"/>
                <a:ext cx="457199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968" y="3279662"/>
                <a:ext cx="457199" cy="492443"/>
              </a:xfrm>
              <a:prstGeom prst="rect">
                <a:avLst/>
              </a:prstGeom>
              <a:blipFill>
                <a:blip r:embed="rId2"/>
                <a:stretch>
                  <a:fillRect l="-5333" r="-933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DA833-1DE4-0159-9275-63B09932E2E1}"/>
              </a:ext>
            </a:extLst>
          </p:cNvPr>
          <p:cNvCxnSpPr>
            <a:cxnSpLocks/>
          </p:cNvCxnSpPr>
          <p:nvPr/>
        </p:nvCxnSpPr>
        <p:spPr>
          <a:xfrm flipV="1">
            <a:off x="7299960" y="3989849"/>
            <a:ext cx="769259" cy="1714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8BDB61-9904-A834-B498-4838A8EAA560}"/>
              </a:ext>
            </a:extLst>
          </p:cNvPr>
          <p:cNvCxnSpPr>
            <a:cxnSpLocks/>
          </p:cNvCxnSpPr>
          <p:nvPr/>
        </p:nvCxnSpPr>
        <p:spPr>
          <a:xfrm flipV="1">
            <a:off x="6154249" y="4191740"/>
            <a:ext cx="1053655" cy="15215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/>
              <p:nvPr/>
            </p:nvSpPr>
            <p:spPr>
              <a:xfrm>
                <a:off x="6212593" y="4060860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593" y="4060860"/>
                <a:ext cx="457199" cy="215444"/>
              </a:xfrm>
              <a:prstGeom prst="rect">
                <a:avLst/>
              </a:prstGeom>
              <a:blipFill>
                <a:blip r:embed="rId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/>
              <p:nvPr/>
            </p:nvSpPr>
            <p:spPr>
              <a:xfrm>
                <a:off x="7129702" y="3874101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9702" y="3874101"/>
                <a:ext cx="457199" cy="21544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/>
              <p:nvPr/>
            </p:nvSpPr>
            <p:spPr>
              <a:xfrm>
                <a:off x="4060724" y="4161260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724" y="4161260"/>
                <a:ext cx="457199" cy="276999"/>
              </a:xfrm>
              <a:prstGeom prst="rect">
                <a:avLst/>
              </a:prstGeom>
              <a:blipFill>
                <a:blip r:embed="rId5"/>
                <a:stretch>
                  <a:fillRect l="-14667" r="-8000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91198F-4D24-D146-492D-72548DD4FB99}"/>
              </a:ext>
            </a:extLst>
          </p:cNvPr>
          <p:cNvCxnSpPr>
            <a:cxnSpLocks/>
          </p:cNvCxnSpPr>
          <p:nvPr/>
        </p:nvCxnSpPr>
        <p:spPr>
          <a:xfrm flipH="1">
            <a:off x="6015064" y="3394053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9E859DDD-73DC-AE79-4A6A-1C19F80DDAE6}"/>
              </a:ext>
            </a:extLst>
          </p:cNvPr>
          <p:cNvSpPr/>
          <p:nvPr/>
        </p:nvSpPr>
        <p:spPr>
          <a:xfrm>
            <a:off x="3397045" y="1726744"/>
            <a:ext cx="5397909" cy="113071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A50B9A8-A809-0C8A-92BF-FB6C1D7ABC30}"/>
              </a:ext>
            </a:extLst>
          </p:cNvPr>
          <p:cNvSpPr/>
          <p:nvPr/>
        </p:nvSpPr>
        <p:spPr>
          <a:xfrm>
            <a:off x="4689986" y="1997579"/>
            <a:ext cx="2812028" cy="5890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E02173-D19B-8F71-BE20-80E76D925E3F}"/>
              </a:ext>
            </a:extLst>
          </p:cNvPr>
          <p:cNvCxnSpPr>
            <a:cxnSpLocks/>
            <a:stCxn id="6" idx="4"/>
          </p:cNvCxnSpPr>
          <p:nvPr/>
        </p:nvCxnSpPr>
        <p:spPr>
          <a:xfrm flipV="1">
            <a:off x="6096000" y="895719"/>
            <a:ext cx="0" cy="16909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D5481F-1F9D-9CC4-038C-FC9C59FB5CC3}"/>
              </a:ext>
            </a:extLst>
          </p:cNvPr>
          <p:cNvCxnSpPr>
            <a:cxnSpLocks/>
            <a:stCxn id="3" idx="4"/>
            <a:endCxn id="5" idx="4"/>
          </p:cNvCxnSpPr>
          <p:nvPr/>
        </p:nvCxnSpPr>
        <p:spPr>
          <a:xfrm>
            <a:off x="6096000" y="2857454"/>
            <a:ext cx="0" cy="1780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C19E80-3BB5-FE7A-1EE3-EEAB1DE669BF}"/>
                  </a:ext>
                </a:extLst>
              </p:cNvPr>
              <p:cNvSpPr txBox="1"/>
              <p:nvPr/>
            </p:nvSpPr>
            <p:spPr>
              <a:xfrm>
                <a:off x="4060723" y="2153599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C19E80-3BB5-FE7A-1EE3-EEAB1DE66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723" y="2153599"/>
                <a:ext cx="457199" cy="276999"/>
              </a:xfrm>
              <a:prstGeom prst="rect">
                <a:avLst/>
              </a:prstGeom>
              <a:blipFill>
                <a:blip r:embed="rId6"/>
                <a:stretch>
                  <a:fillRect l="-6667" r="-8000" b="-1304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43CC34B-1E2C-A06E-2522-0F90E993026C}"/>
              </a:ext>
            </a:extLst>
          </p:cNvPr>
          <p:cNvCxnSpPr>
            <a:cxnSpLocks/>
          </p:cNvCxnSpPr>
          <p:nvPr/>
        </p:nvCxnSpPr>
        <p:spPr>
          <a:xfrm flipV="1">
            <a:off x="7264569" y="1920585"/>
            <a:ext cx="769259" cy="1714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5E3A7-4DC4-07C4-AF7D-00840A75B26B}"/>
              </a:ext>
            </a:extLst>
          </p:cNvPr>
          <p:cNvCxnSpPr>
            <a:cxnSpLocks/>
          </p:cNvCxnSpPr>
          <p:nvPr/>
        </p:nvCxnSpPr>
        <p:spPr>
          <a:xfrm flipV="1">
            <a:off x="6118858" y="2122476"/>
            <a:ext cx="1053655" cy="15215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B98B9EE-A62A-A348-66F8-7427A9E70750}"/>
                  </a:ext>
                </a:extLst>
              </p:cNvPr>
              <p:cNvSpPr txBox="1"/>
              <p:nvPr/>
            </p:nvSpPr>
            <p:spPr>
              <a:xfrm>
                <a:off x="6177202" y="2011916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B98B9EE-A62A-A348-66F8-7427A9E70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7202" y="2011916"/>
                <a:ext cx="457199" cy="215444"/>
              </a:xfrm>
              <a:prstGeom prst="rect">
                <a:avLst/>
              </a:prstGeom>
              <a:blipFill>
                <a:blip r:embed="rId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6CF87D-147B-09C9-7E01-CB5C1539121E}"/>
                  </a:ext>
                </a:extLst>
              </p:cNvPr>
              <p:cNvSpPr txBox="1"/>
              <p:nvPr/>
            </p:nvSpPr>
            <p:spPr>
              <a:xfrm>
                <a:off x="7094311" y="1804837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6CF87D-147B-09C9-7E01-CB5C15391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311" y="1804837"/>
                <a:ext cx="457199" cy="21544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58A246-045F-69C2-FE62-4C1CF982820F}"/>
              </a:ext>
            </a:extLst>
          </p:cNvPr>
          <p:cNvCxnSpPr>
            <a:cxnSpLocks/>
          </p:cNvCxnSpPr>
          <p:nvPr/>
        </p:nvCxnSpPr>
        <p:spPr>
          <a:xfrm>
            <a:off x="3229896" y="2292098"/>
            <a:ext cx="0" cy="214616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DD0FB6D-C699-5777-4FE1-7D320A70ECC4}"/>
                  </a:ext>
                </a:extLst>
              </p:cNvPr>
              <p:cNvSpPr txBox="1"/>
              <p:nvPr/>
            </p:nvSpPr>
            <p:spPr>
              <a:xfrm>
                <a:off x="2824305" y="3202122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b="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DD0FB6D-C699-5777-4FE1-7D320A70E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4305" y="3202122"/>
                <a:ext cx="457199" cy="276999"/>
              </a:xfrm>
              <a:prstGeom prst="rect">
                <a:avLst/>
              </a:prstGeom>
              <a:blipFill>
                <a:blip r:embed="rId7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3643054-9EA9-D5E5-28BB-1F0AF291200C}"/>
                  </a:ext>
                </a:extLst>
              </p:cNvPr>
              <p:cNvSpPr txBox="1"/>
              <p:nvPr/>
            </p:nvSpPr>
            <p:spPr>
              <a:xfrm>
                <a:off x="5352587" y="4095921"/>
                <a:ext cx="657381" cy="6846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num>
                        <m:den>
                          <m: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3643054-9EA9-D5E5-28BB-1F0AF2912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587" y="4095921"/>
                <a:ext cx="657381" cy="684675"/>
              </a:xfrm>
              <a:prstGeom prst="rect">
                <a:avLst/>
              </a:prstGeom>
              <a:blipFill>
                <a:blip r:embed="rId8"/>
                <a:stretch>
                  <a:fillRect l="-926" t="-893" r="-463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2D7F5BA-4FEE-2985-7688-825E6CD3F3DC}"/>
              </a:ext>
            </a:extLst>
          </p:cNvPr>
          <p:cNvCxnSpPr>
            <a:cxnSpLocks/>
          </p:cNvCxnSpPr>
          <p:nvPr/>
        </p:nvCxnSpPr>
        <p:spPr>
          <a:xfrm flipH="1">
            <a:off x="6007305" y="4335129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C02AC46-D4E6-9A00-105F-0DCF9DB140E3}"/>
                  </a:ext>
                </a:extLst>
              </p:cNvPr>
              <p:cNvSpPr txBox="1"/>
              <p:nvPr/>
            </p:nvSpPr>
            <p:spPr>
              <a:xfrm>
                <a:off x="5537899" y="2039950"/>
                <a:ext cx="457199" cy="6846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num>
                        <m:den>
                          <m: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C02AC46-D4E6-9A00-105F-0DCF9DB14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7899" y="2039950"/>
                <a:ext cx="457199" cy="684675"/>
              </a:xfrm>
              <a:prstGeom prst="rect">
                <a:avLst/>
              </a:prstGeom>
              <a:blipFill>
                <a:blip r:embed="rId9"/>
                <a:stretch>
                  <a:fillRect l="-5333" t="-893" r="-1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7F4AA0A-62BE-F91D-966B-A7342B5671B2}"/>
              </a:ext>
            </a:extLst>
          </p:cNvPr>
          <p:cNvCxnSpPr>
            <a:cxnSpLocks/>
          </p:cNvCxnSpPr>
          <p:nvPr/>
        </p:nvCxnSpPr>
        <p:spPr>
          <a:xfrm flipH="1">
            <a:off x="6015064" y="2267990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84A1B48-D4BE-B81A-C40C-680CC9DE4AFF}"/>
                  </a:ext>
                </a:extLst>
              </p:cNvPr>
              <p:cNvSpPr txBox="1"/>
              <p:nvPr/>
            </p:nvSpPr>
            <p:spPr>
              <a:xfrm>
                <a:off x="5682369" y="840743"/>
                <a:ext cx="471880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84A1B48-D4BE-B81A-C40C-680CC9DE4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369" y="840743"/>
                <a:ext cx="471880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4316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roup 270">
            <a:extLst>
              <a:ext uri="{FF2B5EF4-FFF2-40B4-BE49-F238E27FC236}">
                <a16:creationId xmlns:a16="http://schemas.microsoft.com/office/drawing/2014/main" id="{1CE0DC5B-8379-4417-0927-878EC0E50775}"/>
              </a:ext>
            </a:extLst>
          </p:cNvPr>
          <p:cNvGrpSpPr/>
          <p:nvPr/>
        </p:nvGrpSpPr>
        <p:grpSpPr>
          <a:xfrm>
            <a:off x="7591292" y="1578784"/>
            <a:ext cx="3606019" cy="3797244"/>
            <a:chOff x="1328177" y="1517492"/>
            <a:chExt cx="3606019" cy="379724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F48F4E-B53B-8E3D-CA1D-EFAB0440915B}"/>
                </a:ext>
              </a:extLst>
            </p:cNvPr>
            <p:cNvSpPr/>
            <p:nvPr/>
          </p:nvSpPr>
          <p:spPr>
            <a:xfrm>
              <a:off x="1328262" y="3185405"/>
              <a:ext cx="948921" cy="457494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85E3295D-2C20-73D2-3B79-4D43A8FE3C7F}"/>
                </a:ext>
              </a:extLst>
            </p:cNvPr>
            <p:cNvGrpSpPr/>
            <p:nvPr/>
          </p:nvGrpSpPr>
          <p:grpSpPr>
            <a:xfrm>
              <a:off x="1470647" y="1592872"/>
              <a:ext cx="3262825" cy="3606913"/>
              <a:chOff x="1762565" y="6688679"/>
              <a:chExt cx="3262825" cy="3606913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60064985-3FCC-3ADF-CC9C-C7CFBEAA53C9}"/>
                  </a:ext>
                </a:extLst>
              </p:cNvPr>
              <p:cNvGrpSpPr/>
              <p:nvPr/>
            </p:nvGrpSpPr>
            <p:grpSpPr>
              <a:xfrm>
                <a:off x="1802722" y="6729231"/>
                <a:ext cx="3222668" cy="3523375"/>
                <a:chOff x="1500876" y="1634641"/>
                <a:chExt cx="3222668" cy="3523375"/>
              </a:xfrm>
            </p:grpSpPr>
            <p:grpSp>
              <p:nvGrpSpPr>
                <p:cNvPr id="174" name="Group 173">
                  <a:extLst>
                    <a:ext uri="{FF2B5EF4-FFF2-40B4-BE49-F238E27FC236}">
                      <a16:creationId xmlns:a16="http://schemas.microsoft.com/office/drawing/2014/main" id="{C0F4E6FA-C1BA-AA7F-FCA7-99A23DCE7E23}"/>
                    </a:ext>
                  </a:extLst>
                </p:cNvPr>
                <p:cNvGrpSpPr/>
                <p:nvPr/>
              </p:nvGrpSpPr>
              <p:grpSpPr>
                <a:xfrm>
                  <a:off x="1500876" y="1634641"/>
                  <a:ext cx="3222668" cy="3523375"/>
                  <a:chOff x="2607697" y="140533"/>
                  <a:chExt cx="3222668" cy="3523375"/>
                </a:xfrm>
              </p:grpSpPr>
              <p:sp>
                <p:nvSpPr>
                  <p:cNvPr id="169" name="Rectangle: Rounded Corners 168">
                    <a:extLst>
                      <a:ext uri="{FF2B5EF4-FFF2-40B4-BE49-F238E27FC236}">
                        <a16:creationId xmlns:a16="http://schemas.microsoft.com/office/drawing/2014/main" id="{3B8390B2-4DA5-FA20-912E-E661D86D12C5}"/>
                      </a:ext>
                    </a:extLst>
                  </p:cNvPr>
                  <p:cNvSpPr/>
                  <p:nvPr/>
                </p:nvSpPr>
                <p:spPr>
                  <a:xfrm>
                    <a:off x="3219681" y="761857"/>
                    <a:ext cx="2293418" cy="2253052"/>
                  </a:xfrm>
                  <a:custGeom>
                    <a:avLst/>
                    <a:gdLst>
                      <a:gd name="csX0" fmla="*/ 0 w 2077737"/>
                      <a:gd name="csY0" fmla="*/ 185064 h 2253052"/>
                      <a:gd name="csX1" fmla="*/ 185064 w 2077737"/>
                      <a:gd name="csY1" fmla="*/ 0 h 2253052"/>
                      <a:gd name="csX2" fmla="*/ 1892673 w 2077737"/>
                      <a:gd name="csY2" fmla="*/ 0 h 2253052"/>
                      <a:gd name="csX3" fmla="*/ 2077737 w 2077737"/>
                      <a:gd name="csY3" fmla="*/ 185064 h 2253052"/>
                      <a:gd name="csX4" fmla="*/ 2077737 w 2077737"/>
                      <a:gd name="csY4" fmla="*/ 2067988 h 2253052"/>
                      <a:gd name="csX5" fmla="*/ 1892673 w 2077737"/>
                      <a:gd name="csY5" fmla="*/ 2253052 h 2253052"/>
                      <a:gd name="csX6" fmla="*/ 185064 w 2077737"/>
                      <a:gd name="csY6" fmla="*/ 2253052 h 2253052"/>
                      <a:gd name="csX7" fmla="*/ 0 w 2077737"/>
                      <a:gd name="csY7" fmla="*/ 2067988 h 2253052"/>
                      <a:gd name="csX8" fmla="*/ 0 w 2077737"/>
                      <a:gd name="csY8" fmla="*/ 185064 h 2253052"/>
                      <a:gd name="csX0" fmla="*/ 0 w 2077737"/>
                      <a:gd name="csY0" fmla="*/ 185064 h 2253052"/>
                      <a:gd name="csX1" fmla="*/ 185064 w 2077737"/>
                      <a:gd name="csY1" fmla="*/ 0 h 2253052"/>
                      <a:gd name="csX2" fmla="*/ 1892673 w 2077737"/>
                      <a:gd name="csY2" fmla="*/ 0 h 2253052"/>
                      <a:gd name="csX3" fmla="*/ 2077737 w 2077737"/>
                      <a:gd name="csY3" fmla="*/ 185064 h 2253052"/>
                      <a:gd name="csX4" fmla="*/ 2074343 w 2077737"/>
                      <a:gd name="csY4" fmla="*/ 1122107 h 2253052"/>
                      <a:gd name="csX5" fmla="*/ 2077737 w 2077737"/>
                      <a:gd name="csY5" fmla="*/ 2067988 h 2253052"/>
                      <a:gd name="csX6" fmla="*/ 1892673 w 2077737"/>
                      <a:gd name="csY6" fmla="*/ 2253052 h 2253052"/>
                      <a:gd name="csX7" fmla="*/ 185064 w 2077737"/>
                      <a:gd name="csY7" fmla="*/ 2253052 h 2253052"/>
                      <a:gd name="csX8" fmla="*/ 0 w 2077737"/>
                      <a:gd name="csY8" fmla="*/ 2067988 h 2253052"/>
                      <a:gd name="csX9" fmla="*/ 0 w 2077737"/>
                      <a:gd name="csY9" fmla="*/ 185064 h 2253052"/>
                      <a:gd name="csX0" fmla="*/ 0 w 2307709"/>
                      <a:gd name="csY0" fmla="*/ 185064 h 2253052"/>
                      <a:gd name="csX1" fmla="*/ 185064 w 2307709"/>
                      <a:gd name="csY1" fmla="*/ 0 h 2253052"/>
                      <a:gd name="csX2" fmla="*/ 1892673 w 2307709"/>
                      <a:gd name="csY2" fmla="*/ 0 h 2253052"/>
                      <a:gd name="csX3" fmla="*/ 2077737 w 2307709"/>
                      <a:gd name="csY3" fmla="*/ 185064 h 2253052"/>
                      <a:gd name="csX4" fmla="*/ 2307705 w 2307709"/>
                      <a:gd name="csY4" fmla="*/ 1122107 h 2253052"/>
                      <a:gd name="csX5" fmla="*/ 2077737 w 2307709"/>
                      <a:gd name="csY5" fmla="*/ 2067988 h 2253052"/>
                      <a:gd name="csX6" fmla="*/ 1892673 w 2307709"/>
                      <a:gd name="csY6" fmla="*/ 2253052 h 2253052"/>
                      <a:gd name="csX7" fmla="*/ 185064 w 2307709"/>
                      <a:gd name="csY7" fmla="*/ 2253052 h 2253052"/>
                      <a:gd name="csX8" fmla="*/ 0 w 2307709"/>
                      <a:gd name="csY8" fmla="*/ 2067988 h 2253052"/>
                      <a:gd name="csX9" fmla="*/ 0 w 2307709"/>
                      <a:gd name="csY9" fmla="*/ 185064 h 2253052"/>
                      <a:gd name="csX0" fmla="*/ 0 w 2326758"/>
                      <a:gd name="csY0" fmla="*/ 185064 h 2253052"/>
                      <a:gd name="csX1" fmla="*/ 185064 w 2326758"/>
                      <a:gd name="csY1" fmla="*/ 0 h 2253052"/>
                      <a:gd name="csX2" fmla="*/ 1892673 w 2326758"/>
                      <a:gd name="csY2" fmla="*/ 0 h 2253052"/>
                      <a:gd name="csX3" fmla="*/ 2077737 w 2326758"/>
                      <a:gd name="csY3" fmla="*/ 185064 h 2253052"/>
                      <a:gd name="csX4" fmla="*/ 2326755 w 2326758"/>
                      <a:gd name="csY4" fmla="*/ 1124488 h 2253052"/>
                      <a:gd name="csX5" fmla="*/ 2077737 w 2326758"/>
                      <a:gd name="csY5" fmla="*/ 2067988 h 2253052"/>
                      <a:gd name="csX6" fmla="*/ 1892673 w 2326758"/>
                      <a:gd name="csY6" fmla="*/ 2253052 h 2253052"/>
                      <a:gd name="csX7" fmla="*/ 185064 w 2326758"/>
                      <a:gd name="csY7" fmla="*/ 2253052 h 2253052"/>
                      <a:gd name="csX8" fmla="*/ 0 w 2326758"/>
                      <a:gd name="csY8" fmla="*/ 2067988 h 2253052"/>
                      <a:gd name="csX9" fmla="*/ 0 w 2326758"/>
                      <a:gd name="csY9" fmla="*/ 185064 h 2253052"/>
                      <a:gd name="csX0" fmla="*/ 0 w 2314852"/>
                      <a:gd name="csY0" fmla="*/ 185064 h 2253052"/>
                      <a:gd name="csX1" fmla="*/ 185064 w 2314852"/>
                      <a:gd name="csY1" fmla="*/ 0 h 2253052"/>
                      <a:gd name="csX2" fmla="*/ 1892673 w 2314852"/>
                      <a:gd name="csY2" fmla="*/ 0 h 2253052"/>
                      <a:gd name="csX3" fmla="*/ 2077737 w 2314852"/>
                      <a:gd name="csY3" fmla="*/ 185064 h 2253052"/>
                      <a:gd name="csX4" fmla="*/ 2314849 w 2314852"/>
                      <a:gd name="csY4" fmla="*/ 1124488 h 2253052"/>
                      <a:gd name="csX5" fmla="*/ 2077737 w 2314852"/>
                      <a:gd name="csY5" fmla="*/ 2067988 h 2253052"/>
                      <a:gd name="csX6" fmla="*/ 1892673 w 2314852"/>
                      <a:gd name="csY6" fmla="*/ 2253052 h 2253052"/>
                      <a:gd name="csX7" fmla="*/ 185064 w 2314852"/>
                      <a:gd name="csY7" fmla="*/ 2253052 h 2253052"/>
                      <a:gd name="csX8" fmla="*/ 0 w 2314852"/>
                      <a:gd name="csY8" fmla="*/ 2067988 h 2253052"/>
                      <a:gd name="csX9" fmla="*/ 0 w 2314852"/>
                      <a:gd name="csY9" fmla="*/ 185064 h 2253052"/>
                      <a:gd name="csX0" fmla="*/ 0 w 2315347"/>
                      <a:gd name="csY0" fmla="*/ 185064 h 2253052"/>
                      <a:gd name="csX1" fmla="*/ 185064 w 2315347"/>
                      <a:gd name="csY1" fmla="*/ 0 h 2253052"/>
                      <a:gd name="csX2" fmla="*/ 1892673 w 2315347"/>
                      <a:gd name="csY2" fmla="*/ 0 h 2253052"/>
                      <a:gd name="csX3" fmla="*/ 2077737 w 2315347"/>
                      <a:gd name="csY3" fmla="*/ 185064 h 2253052"/>
                      <a:gd name="csX4" fmla="*/ 2314849 w 2315347"/>
                      <a:gd name="csY4" fmla="*/ 1124488 h 2253052"/>
                      <a:gd name="csX5" fmla="*/ 2077737 w 2315347"/>
                      <a:gd name="csY5" fmla="*/ 2067988 h 2253052"/>
                      <a:gd name="csX6" fmla="*/ 1892673 w 2315347"/>
                      <a:gd name="csY6" fmla="*/ 2253052 h 2253052"/>
                      <a:gd name="csX7" fmla="*/ 185064 w 2315347"/>
                      <a:gd name="csY7" fmla="*/ 2253052 h 2253052"/>
                      <a:gd name="csX8" fmla="*/ 0 w 2315347"/>
                      <a:gd name="csY8" fmla="*/ 2067988 h 2253052"/>
                      <a:gd name="csX9" fmla="*/ 0 w 2315347"/>
                      <a:gd name="csY9" fmla="*/ 185064 h 2253052"/>
                      <a:gd name="csX0" fmla="*/ 0 w 2293961"/>
                      <a:gd name="csY0" fmla="*/ 185064 h 2253052"/>
                      <a:gd name="csX1" fmla="*/ 185064 w 2293961"/>
                      <a:gd name="csY1" fmla="*/ 0 h 2253052"/>
                      <a:gd name="csX2" fmla="*/ 1892673 w 2293961"/>
                      <a:gd name="csY2" fmla="*/ 0 h 2253052"/>
                      <a:gd name="csX3" fmla="*/ 2077737 w 2293961"/>
                      <a:gd name="csY3" fmla="*/ 185064 h 2253052"/>
                      <a:gd name="csX4" fmla="*/ 2293418 w 2293961"/>
                      <a:gd name="csY4" fmla="*/ 1136395 h 2253052"/>
                      <a:gd name="csX5" fmla="*/ 2077737 w 2293961"/>
                      <a:gd name="csY5" fmla="*/ 2067988 h 2253052"/>
                      <a:gd name="csX6" fmla="*/ 1892673 w 2293961"/>
                      <a:gd name="csY6" fmla="*/ 2253052 h 2253052"/>
                      <a:gd name="csX7" fmla="*/ 185064 w 2293961"/>
                      <a:gd name="csY7" fmla="*/ 2253052 h 2253052"/>
                      <a:gd name="csX8" fmla="*/ 0 w 2293961"/>
                      <a:gd name="csY8" fmla="*/ 2067988 h 2253052"/>
                      <a:gd name="csX9" fmla="*/ 0 w 2293961"/>
                      <a:gd name="csY9" fmla="*/ 185064 h 2253052"/>
                      <a:gd name="csX0" fmla="*/ 0 w 2296077"/>
                      <a:gd name="csY0" fmla="*/ 185064 h 2253052"/>
                      <a:gd name="csX1" fmla="*/ 185064 w 2296077"/>
                      <a:gd name="csY1" fmla="*/ 0 h 2253052"/>
                      <a:gd name="csX2" fmla="*/ 1892673 w 2296077"/>
                      <a:gd name="csY2" fmla="*/ 0 h 2253052"/>
                      <a:gd name="csX3" fmla="*/ 2077737 w 2296077"/>
                      <a:gd name="csY3" fmla="*/ 185064 h 2253052"/>
                      <a:gd name="csX4" fmla="*/ 2293418 w 2296077"/>
                      <a:gd name="csY4" fmla="*/ 1136395 h 2253052"/>
                      <a:gd name="csX5" fmla="*/ 1892673 w 2296077"/>
                      <a:gd name="csY5" fmla="*/ 2253052 h 2253052"/>
                      <a:gd name="csX6" fmla="*/ 185064 w 2296077"/>
                      <a:gd name="csY6" fmla="*/ 2253052 h 2253052"/>
                      <a:gd name="csX7" fmla="*/ 0 w 2296077"/>
                      <a:gd name="csY7" fmla="*/ 2067988 h 2253052"/>
                      <a:gd name="csX8" fmla="*/ 0 w 2296077"/>
                      <a:gd name="csY8" fmla="*/ 185064 h 2253052"/>
                      <a:gd name="csX0" fmla="*/ 0 w 2293418"/>
                      <a:gd name="csY0" fmla="*/ 185064 h 2253052"/>
                      <a:gd name="csX1" fmla="*/ 185064 w 2293418"/>
                      <a:gd name="csY1" fmla="*/ 0 h 2253052"/>
                      <a:gd name="csX2" fmla="*/ 1892673 w 2293418"/>
                      <a:gd name="csY2" fmla="*/ 0 h 2253052"/>
                      <a:gd name="csX3" fmla="*/ 2293418 w 2293418"/>
                      <a:gd name="csY3" fmla="*/ 1136395 h 2253052"/>
                      <a:gd name="csX4" fmla="*/ 1892673 w 2293418"/>
                      <a:gd name="csY4" fmla="*/ 2253052 h 2253052"/>
                      <a:gd name="csX5" fmla="*/ 185064 w 2293418"/>
                      <a:gd name="csY5" fmla="*/ 2253052 h 2253052"/>
                      <a:gd name="csX6" fmla="*/ 0 w 2293418"/>
                      <a:gd name="csY6" fmla="*/ 2067988 h 2253052"/>
                      <a:gd name="csX7" fmla="*/ 0 w 2293418"/>
                      <a:gd name="csY7" fmla="*/ 185064 h 22530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2293418" h="2253052">
                        <a:moveTo>
                          <a:pt x="0" y="185064"/>
                        </a:moveTo>
                        <a:cubicBezTo>
                          <a:pt x="0" y="82856"/>
                          <a:pt x="82856" y="0"/>
                          <a:pt x="185064" y="0"/>
                        </a:cubicBezTo>
                        <a:lnTo>
                          <a:pt x="1892673" y="0"/>
                        </a:lnTo>
                        <a:cubicBezTo>
                          <a:pt x="2244065" y="189399"/>
                          <a:pt x="2293418" y="760886"/>
                          <a:pt x="2293418" y="1136395"/>
                        </a:cubicBezTo>
                        <a:cubicBezTo>
                          <a:pt x="2262574" y="1481060"/>
                          <a:pt x="2244065" y="2066943"/>
                          <a:pt x="1892673" y="2253052"/>
                        </a:cubicBezTo>
                        <a:lnTo>
                          <a:pt x="185064" y="2253052"/>
                        </a:lnTo>
                        <a:cubicBezTo>
                          <a:pt x="82856" y="2253052"/>
                          <a:pt x="0" y="2170196"/>
                          <a:pt x="0" y="2067988"/>
                        </a:cubicBezTo>
                        <a:lnTo>
                          <a:pt x="0" y="185064"/>
                        </a:lnTo>
                        <a:close/>
                      </a:path>
                    </a:pathLst>
                  </a:custGeom>
                  <a:noFill/>
                  <a:ln w="190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nl-NL"/>
                  </a:p>
                </p:txBody>
              </p:sp>
              <p:sp>
                <p:nvSpPr>
                  <p:cNvPr id="171" name="Rectangle: Rounded Corners 170">
                    <a:extLst>
                      <a:ext uri="{FF2B5EF4-FFF2-40B4-BE49-F238E27FC236}">
                        <a16:creationId xmlns:a16="http://schemas.microsoft.com/office/drawing/2014/main" id="{DE4E2D43-8C24-57C4-55B2-4064B86AF743}"/>
                      </a:ext>
                    </a:extLst>
                  </p:cNvPr>
                  <p:cNvSpPr/>
                  <p:nvPr/>
                </p:nvSpPr>
                <p:spPr>
                  <a:xfrm>
                    <a:off x="3004592" y="519486"/>
                    <a:ext cx="2570419" cy="2712643"/>
                  </a:xfrm>
                  <a:custGeom>
                    <a:avLst/>
                    <a:gdLst>
                      <a:gd name="csX0" fmla="*/ 0 w 2464169"/>
                      <a:gd name="csY0" fmla="*/ 219484 h 2595994"/>
                      <a:gd name="csX1" fmla="*/ 219484 w 2464169"/>
                      <a:gd name="csY1" fmla="*/ 0 h 2595994"/>
                      <a:gd name="csX2" fmla="*/ 2244685 w 2464169"/>
                      <a:gd name="csY2" fmla="*/ 0 h 2595994"/>
                      <a:gd name="csX3" fmla="*/ 2464169 w 2464169"/>
                      <a:gd name="csY3" fmla="*/ 219484 h 2595994"/>
                      <a:gd name="csX4" fmla="*/ 2464169 w 2464169"/>
                      <a:gd name="csY4" fmla="*/ 2376510 h 2595994"/>
                      <a:gd name="csX5" fmla="*/ 2244685 w 2464169"/>
                      <a:gd name="csY5" fmla="*/ 2595994 h 2595994"/>
                      <a:gd name="csX6" fmla="*/ 219484 w 2464169"/>
                      <a:gd name="csY6" fmla="*/ 2595994 h 2595994"/>
                      <a:gd name="csX7" fmla="*/ 0 w 2464169"/>
                      <a:gd name="csY7" fmla="*/ 2376510 h 2595994"/>
                      <a:gd name="csX8" fmla="*/ 0 w 2464169"/>
                      <a:gd name="csY8" fmla="*/ 219484 h 2595994"/>
                      <a:gd name="csX0" fmla="*/ 0 w 2464169"/>
                      <a:gd name="csY0" fmla="*/ 219484 h 2595994"/>
                      <a:gd name="csX1" fmla="*/ 219484 w 2464169"/>
                      <a:gd name="csY1" fmla="*/ 0 h 2595994"/>
                      <a:gd name="csX2" fmla="*/ 2244685 w 2464169"/>
                      <a:gd name="csY2" fmla="*/ 0 h 2595994"/>
                      <a:gd name="csX3" fmla="*/ 2464169 w 2464169"/>
                      <a:gd name="csY3" fmla="*/ 219484 h 2595994"/>
                      <a:gd name="csX4" fmla="*/ 2459162 w 2464169"/>
                      <a:gd name="csY4" fmla="*/ 1151433 h 2595994"/>
                      <a:gd name="csX5" fmla="*/ 2464169 w 2464169"/>
                      <a:gd name="csY5" fmla="*/ 2376510 h 2595994"/>
                      <a:gd name="csX6" fmla="*/ 2244685 w 2464169"/>
                      <a:gd name="csY6" fmla="*/ 2595994 h 2595994"/>
                      <a:gd name="csX7" fmla="*/ 219484 w 2464169"/>
                      <a:gd name="csY7" fmla="*/ 2595994 h 2595994"/>
                      <a:gd name="csX8" fmla="*/ 0 w 2464169"/>
                      <a:gd name="csY8" fmla="*/ 2376510 h 2595994"/>
                      <a:gd name="csX9" fmla="*/ 0 w 2464169"/>
                      <a:gd name="csY9" fmla="*/ 219484 h 2595994"/>
                      <a:gd name="csX0" fmla="*/ 0 w 2559175"/>
                      <a:gd name="csY0" fmla="*/ 219484 h 2595994"/>
                      <a:gd name="csX1" fmla="*/ 219484 w 2559175"/>
                      <a:gd name="csY1" fmla="*/ 0 h 2595994"/>
                      <a:gd name="csX2" fmla="*/ 2244685 w 2559175"/>
                      <a:gd name="csY2" fmla="*/ 0 h 2595994"/>
                      <a:gd name="csX3" fmla="*/ 2464169 w 2559175"/>
                      <a:gd name="csY3" fmla="*/ 219484 h 2595994"/>
                      <a:gd name="csX4" fmla="*/ 2559175 w 2559175"/>
                      <a:gd name="csY4" fmla="*/ 1341933 h 2595994"/>
                      <a:gd name="csX5" fmla="*/ 2464169 w 2559175"/>
                      <a:gd name="csY5" fmla="*/ 2376510 h 2595994"/>
                      <a:gd name="csX6" fmla="*/ 2244685 w 2559175"/>
                      <a:gd name="csY6" fmla="*/ 2595994 h 2595994"/>
                      <a:gd name="csX7" fmla="*/ 219484 w 2559175"/>
                      <a:gd name="csY7" fmla="*/ 2595994 h 2595994"/>
                      <a:gd name="csX8" fmla="*/ 0 w 2559175"/>
                      <a:gd name="csY8" fmla="*/ 2376510 h 2595994"/>
                      <a:gd name="csX9" fmla="*/ 0 w 2559175"/>
                      <a:gd name="csY9" fmla="*/ 219484 h 259599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2559175" h="2595994">
                        <a:moveTo>
                          <a:pt x="0" y="219484"/>
                        </a:moveTo>
                        <a:cubicBezTo>
                          <a:pt x="0" y="98266"/>
                          <a:pt x="98266" y="0"/>
                          <a:pt x="219484" y="0"/>
                        </a:cubicBezTo>
                        <a:lnTo>
                          <a:pt x="2244685" y="0"/>
                        </a:lnTo>
                        <a:cubicBezTo>
                          <a:pt x="2365903" y="0"/>
                          <a:pt x="2464169" y="98266"/>
                          <a:pt x="2464169" y="219484"/>
                        </a:cubicBezTo>
                        <a:lnTo>
                          <a:pt x="2559175" y="1341933"/>
                        </a:lnTo>
                        <a:lnTo>
                          <a:pt x="2464169" y="2376510"/>
                        </a:lnTo>
                        <a:cubicBezTo>
                          <a:pt x="2464169" y="2497728"/>
                          <a:pt x="2365903" y="2595994"/>
                          <a:pt x="2244685" y="2595994"/>
                        </a:cubicBezTo>
                        <a:lnTo>
                          <a:pt x="219484" y="2595994"/>
                        </a:lnTo>
                        <a:cubicBezTo>
                          <a:pt x="98266" y="2595994"/>
                          <a:pt x="0" y="2497728"/>
                          <a:pt x="0" y="2376510"/>
                        </a:cubicBezTo>
                        <a:lnTo>
                          <a:pt x="0" y="219484"/>
                        </a:lnTo>
                        <a:close/>
                      </a:path>
                    </a:pathLst>
                  </a:custGeom>
                  <a:noFill/>
                  <a:ln w="190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nl-NL"/>
                  </a:p>
                </p:txBody>
              </p:sp>
              <p:sp>
                <p:nvSpPr>
                  <p:cNvPr id="172" name="Rectangle: Rounded Corners 171">
                    <a:extLst>
                      <a:ext uri="{FF2B5EF4-FFF2-40B4-BE49-F238E27FC236}">
                        <a16:creationId xmlns:a16="http://schemas.microsoft.com/office/drawing/2014/main" id="{B6D3AC9E-CA19-E5BF-0056-23ECBF223748}"/>
                      </a:ext>
                    </a:extLst>
                  </p:cNvPr>
                  <p:cNvSpPr/>
                  <p:nvPr/>
                </p:nvSpPr>
                <p:spPr>
                  <a:xfrm>
                    <a:off x="2803960" y="293084"/>
                    <a:ext cx="2884813" cy="3167006"/>
                  </a:xfrm>
                  <a:custGeom>
                    <a:avLst/>
                    <a:gdLst>
                      <a:gd name="csX0" fmla="*/ 0 w 2939485"/>
                      <a:gd name="csY0" fmla="*/ 261820 h 3167006"/>
                      <a:gd name="csX1" fmla="*/ 261820 w 2939485"/>
                      <a:gd name="csY1" fmla="*/ 0 h 3167006"/>
                      <a:gd name="csX2" fmla="*/ 2677665 w 2939485"/>
                      <a:gd name="csY2" fmla="*/ 0 h 3167006"/>
                      <a:gd name="csX3" fmla="*/ 2939485 w 2939485"/>
                      <a:gd name="csY3" fmla="*/ 261820 h 3167006"/>
                      <a:gd name="csX4" fmla="*/ 2939485 w 2939485"/>
                      <a:gd name="csY4" fmla="*/ 2905186 h 3167006"/>
                      <a:gd name="csX5" fmla="*/ 2677665 w 2939485"/>
                      <a:gd name="csY5" fmla="*/ 3167006 h 3167006"/>
                      <a:gd name="csX6" fmla="*/ 261820 w 2939485"/>
                      <a:gd name="csY6" fmla="*/ 3167006 h 3167006"/>
                      <a:gd name="csX7" fmla="*/ 0 w 2939485"/>
                      <a:gd name="csY7" fmla="*/ 2905186 h 3167006"/>
                      <a:gd name="csX8" fmla="*/ 0 w 2939485"/>
                      <a:gd name="csY8" fmla="*/ 261820 h 3167006"/>
                      <a:gd name="csX0" fmla="*/ 0 w 2940022"/>
                      <a:gd name="csY0" fmla="*/ 261820 h 3167006"/>
                      <a:gd name="csX1" fmla="*/ 261820 w 2940022"/>
                      <a:gd name="csY1" fmla="*/ 0 h 3167006"/>
                      <a:gd name="csX2" fmla="*/ 2677665 w 2940022"/>
                      <a:gd name="csY2" fmla="*/ 0 h 3167006"/>
                      <a:gd name="csX3" fmla="*/ 2939485 w 2940022"/>
                      <a:gd name="csY3" fmla="*/ 261820 h 3167006"/>
                      <a:gd name="csX4" fmla="*/ 2940022 w 2940022"/>
                      <a:gd name="csY4" fmla="*/ 1505155 h 3167006"/>
                      <a:gd name="csX5" fmla="*/ 2939485 w 2940022"/>
                      <a:gd name="csY5" fmla="*/ 2905186 h 3167006"/>
                      <a:gd name="csX6" fmla="*/ 2677665 w 2940022"/>
                      <a:gd name="csY6" fmla="*/ 3167006 h 3167006"/>
                      <a:gd name="csX7" fmla="*/ 261820 w 2940022"/>
                      <a:gd name="csY7" fmla="*/ 3167006 h 3167006"/>
                      <a:gd name="csX8" fmla="*/ 0 w 2940022"/>
                      <a:gd name="csY8" fmla="*/ 2905186 h 3167006"/>
                      <a:gd name="csX9" fmla="*/ 0 w 2940022"/>
                      <a:gd name="csY9" fmla="*/ 261820 h 3167006"/>
                      <a:gd name="csX0" fmla="*/ 0 w 2939485"/>
                      <a:gd name="csY0" fmla="*/ 261820 h 3167006"/>
                      <a:gd name="csX1" fmla="*/ 261820 w 2939485"/>
                      <a:gd name="csY1" fmla="*/ 0 h 3167006"/>
                      <a:gd name="csX2" fmla="*/ 2677665 w 2939485"/>
                      <a:gd name="csY2" fmla="*/ 0 h 3167006"/>
                      <a:gd name="csX3" fmla="*/ 2939485 w 2939485"/>
                      <a:gd name="csY3" fmla="*/ 261820 h 3167006"/>
                      <a:gd name="csX4" fmla="*/ 2882872 w 2939485"/>
                      <a:gd name="csY4" fmla="*/ 1590880 h 3167006"/>
                      <a:gd name="csX5" fmla="*/ 2939485 w 2939485"/>
                      <a:gd name="csY5" fmla="*/ 2905186 h 3167006"/>
                      <a:gd name="csX6" fmla="*/ 2677665 w 2939485"/>
                      <a:gd name="csY6" fmla="*/ 3167006 h 3167006"/>
                      <a:gd name="csX7" fmla="*/ 261820 w 2939485"/>
                      <a:gd name="csY7" fmla="*/ 3167006 h 3167006"/>
                      <a:gd name="csX8" fmla="*/ 0 w 2939485"/>
                      <a:gd name="csY8" fmla="*/ 2905186 h 3167006"/>
                      <a:gd name="csX9" fmla="*/ 0 w 2939485"/>
                      <a:gd name="csY9" fmla="*/ 261820 h 31670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2939485" h="3167006">
                        <a:moveTo>
                          <a:pt x="0" y="261820"/>
                        </a:moveTo>
                        <a:cubicBezTo>
                          <a:pt x="0" y="117221"/>
                          <a:pt x="117221" y="0"/>
                          <a:pt x="261820" y="0"/>
                        </a:cubicBezTo>
                        <a:lnTo>
                          <a:pt x="2677665" y="0"/>
                        </a:lnTo>
                        <a:cubicBezTo>
                          <a:pt x="2822264" y="0"/>
                          <a:pt x="2939485" y="117221"/>
                          <a:pt x="2939485" y="261820"/>
                        </a:cubicBezTo>
                        <a:lnTo>
                          <a:pt x="2882872" y="1590880"/>
                        </a:lnTo>
                        <a:lnTo>
                          <a:pt x="2939485" y="2905186"/>
                        </a:lnTo>
                        <a:cubicBezTo>
                          <a:pt x="2939485" y="3049785"/>
                          <a:pt x="2822264" y="3167006"/>
                          <a:pt x="2677665" y="3167006"/>
                        </a:cubicBezTo>
                        <a:lnTo>
                          <a:pt x="261820" y="3167006"/>
                        </a:lnTo>
                        <a:cubicBezTo>
                          <a:pt x="117221" y="3167006"/>
                          <a:pt x="0" y="3049785"/>
                          <a:pt x="0" y="2905186"/>
                        </a:cubicBezTo>
                        <a:lnTo>
                          <a:pt x="0" y="261820"/>
                        </a:lnTo>
                        <a:close/>
                      </a:path>
                    </a:pathLst>
                  </a:custGeom>
                  <a:noFill/>
                  <a:ln w="190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nl-NL"/>
                  </a:p>
                </p:txBody>
              </p:sp>
              <p:sp>
                <p:nvSpPr>
                  <p:cNvPr id="173" name="Rectangle: Rounded Corners 172">
                    <a:extLst>
                      <a:ext uri="{FF2B5EF4-FFF2-40B4-BE49-F238E27FC236}">
                        <a16:creationId xmlns:a16="http://schemas.microsoft.com/office/drawing/2014/main" id="{029F6337-E930-59F1-B32D-D483F901AC4D}"/>
                      </a:ext>
                    </a:extLst>
                  </p:cNvPr>
                  <p:cNvSpPr/>
                  <p:nvPr/>
                </p:nvSpPr>
                <p:spPr>
                  <a:xfrm>
                    <a:off x="2607697" y="140533"/>
                    <a:ext cx="3222668" cy="3523375"/>
                  </a:xfrm>
                  <a:custGeom>
                    <a:avLst/>
                    <a:gdLst>
                      <a:gd name="csX0" fmla="*/ 0 w 3222668"/>
                      <a:gd name="csY0" fmla="*/ 287043 h 3523375"/>
                      <a:gd name="csX1" fmla="*/ 287043 w 3222668"/>
                      <a:gd name="csY1" fmla="*/ 0 h 3523375"/>
                      <a:gd name="csX2" fmla="*/ 2935625 w 3222668"/>
                      <a:gd name="csY2" fmla="*/ 0 h 3523375"/>
                      <a:gd name="csX3" fmla="*/ 3222668 w 3222668"/>
                      <a:gd name="csY3" fmla="*/ 287043 h 3523375"/>
                      <a:gd name="csX4" fmla="*/ 3222668 w 3222668"/>
                      <a:gd name="csY4" fmla="*/ 3236332 h 3523375"/>
                      <a:gd name="csX5" fmla="*/ 2935625 w 3222668"/>
                      <a:gd name="csY5" fmla="*/ 3523375 h 3523375"/>
                      <a:gd name="csX6" fmla="*/ 287043 w 3222668"/>
                      <a:gd name="csY6" fmla="*/ 3523375 h 3523375"/>
                      <a:gd name="csX7" fmla="*/ 0 w 3222668"/>
                      <a:gd name="csY7" fmla="*/ 3236332 h 3523375"/>
                      <a:gd name="csX8" fmla="*/ 0 w 3222668"/>
                      <a:gd name="csY8" fmla="*/ 287043 h 3523375"/>
                      <a:gd name="csX0" fmla="*/ 0 w 3222668"/>
                      <a:gd name="csY0" fmla="*/ 287043 h 3523375"/>
                      <a:gd name="csX1" fmla="*/ 287043 w 3222668"/>
                      <a:gd name="csY1" fmla="*/ 0 h 3523375"/>
                      <a:gd name="csX2" fmla="*/ 2935625 w 3222668"/>
                      <a:gd name="csY2" fmla="*/ 0 h 3523375"/>
                      <a:gd name="csX3" fmla="*/ 3222668 w 3222668"/>
                      <a:gd name="csY3" fmla="*/ 287043 h 3523375"/>
                      <a:gd name="csX4" fmla="*/ 3219726 w 3222668"/>
                      <a:gd name="csY4" fmla="*/ 1814869 h 3523375"/>
                      <a:gd name="csX5" fmla="*/ 3222668 w 3222668"/>
                      <a:gd name="csY5" fmla="*/ 3236332 h 3523375"/>
                      <a:gd name="csX6" fmla="*/ 2935625 w 3222668"/>
                      <a:gd name="csY6" fmla="*/ 3523375 h 3523375"/>
                      <a:gd name="csX7" fmla="*/ 287043 w 3222668"/>
                      <a:gd name="csY7" fmla="*/ 3523375 h 3523375"/>
                      <a:gd name="csX8" fmla="*/ 0 w 3222668"/>
                      <a:gd name="csY8" fmla="*/ 3236332 h 3523375"/>
                      <a:gd name="csX9" fmla="*/ 0 w 3222668"/>
                      <a:gd name="csY9" fmla="*/ 287043 h 3523375"/>
                      <a:gd name="csX0" fmla="*/ 0 w 3222668"/>
                      <a:gd name="csY0" fmla="*/ 287043 h 3523375"/>
                      <a:gd name="csX1" fmla="*/ 287043 w 3222668"/>
                      <a:gd name="csY1" fmla="*/ 0 h 3523375"/>
                      <a:gd name="csX2" fmla="*/ 2935625 w 3222668"/>
                      <a:gd name="csY2" fmla="*/ 0 h 3523375"/>
                      <a:gd name="csX3" fmla="*/ 3222668 w 3222668"/>
                      <a:gd name="csY3" fmla="*/ 287043 h 3523375"/>
                      <a:gd name="csX4" fmla="*/ 3067326 w 3222668"/>
                      <a:gd name="csY4" fmla="*/ 1757719 h 3523375"/>
                      <a:gd name="csX5" fmla="*/ 3222668 w 3222668"/>
                      <a:gd name="csY5" fmla="*/ 3236332 h 3523375"/>
                      <a:gd name="csX6" fmla="*/ 2935625 w 3222668"/>
                      <a:gd name="csY6" fmla="*/ 3523375 h 3523375"/>
                      <a:gd name="csX7" fmla="*/ 287043 w 3222668"/>
                      <a:gd name="csY7" fmla="*/ 3523375 h 3523375"/>
                      <a:gd name="csX8" fmla="*/ 0 w 3222668"/>
                      <a:gd name="csY8" fmla="*/ 3236332 h 3523375"/>
                      <a:gd name="csX9" fmla="*/ 0 w 3222668"/>
                      <a:gd name="csY9" fmla="*/ 287043 h 35233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3222668" h="3523375">
                        <a:moveTo>
                          <a:pt x="0" y="287043"/>
                        </a:moveTo>
                        <a:cubicBezTo>
                          <a:pt x="0" y="128514"/>
                          <a:pt x="128514" y="0"/>
                          <a:pt x="287043" y="0"/>
                        </a:cubicBezTo>
                        <a:lnTo>
                          <a:pt x="2935625" y="0"/>
                        </a:lnTo>
                        <a:cubicBezTo>
                          <a:pt x="3094154" y="0"/>
                          <a:pt x="3222668" y="128514"/>
                          <a:pt x="3222668" y="287043"/>
                        </a:cubicBezTo>
                        <a:cubicBezTo>
                          <a:pt x="3221687" y="796318"/>
                          <a:pt x="3068307" y="1248444"/>
                          <a:pt x="3067326" y="1757719"/>
                        </a:cubicBezTo>
                        <a:cubicBezTo>
                          <a:pt x="3068307" y="2231540"/>
                          <a:pt x="3221687" y="2762511"/>
                          <a:pt x="3222668" y="3236332"/>
                        </a:cubicBezTo>
                        <a:cubicBezTo>
                          <a:pt x="3222668" y="3394861"/>
                          <a:pt x="3094154" y="3523375"/>
                          <a:pt x="2935625" y="3523375"/>
                        </a:cubicBezTo>
                        <a:lnTo>
                          <a:pt x="287043" y="3523375"/>
                        </a:lnTo>
                        <a:cubicBezTo>
                          <a:pt x="128514" y="3523375"/>
                          <a:pt x="0" y="3394861"/>
                          <a:pt x="0" y="3236332"/>
                        </a:cubicBezTo>
                        <a:lnTo>
                          <a:pt x="0" y="287043"/>
                        </a:lnTo>
                        <a:close/>
                      </a:path>
                    </a:pathLst>
                  </a:custGeom>
                  <a:noFill/>
                  <a:ln w="190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nl-NL"/>
                  </a:p>
                </p:txBody>
              </p:sp>
            </p:grpSp>
            <p:sp>
              <p:nvSpPr>
                <p:cNvPr id="175" name="Rectangle 174">
                  <a:extLst>
                    <a:ext uri="{FF2B5EF4-FFF2-40B4-BE49-F238E27FC236}">
                      <a16:creationId xmlns:a16="http://schemas.microsoft.com/office/drawing/2014/main" id="{26B2872C-F13A-FA08-18BC-5BF0582E9813}"/>
                    </a:ext>
                  </a:extLst>
                </p:cNvPr>
                <p:cNvSpPr/>
                <p:nvPr/>
              </p:nvSpPr>
              <p:spPr>
                <a:xfrm>
                  <a:off x="4346829" y="3271944"/>
                  <a:ext cx="303958" cy="29435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/>
                </a:p>
              </p:txBody>
            </p:sp>
          </p:grp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7E952782-9399-2229-6742-AC671E81A4A3}"/>
                  </a:ext>
                </a:extLst>
              </p:cNvPr>
              <p:cNvGrpSpPr/>
              <p:nvPr/>
            </p:nvGrpSpPr>
            <p:grpSpPr>
              <a:xfrm>
                <a:off x="3326697" y="6688679"/>
                <a:ext cx="77788" cy="700820"/>
                <a:chOff x="3326697" y="6688679"/>
                <a:chExt cx="77788" cy="700820"/>
              </a:xfrm>
            </p:grpSpPr>
            <p:sp>
              <p:nvSpPr>
                <p:cNvPr id="177" name="Isosceles Triangle 176">
                  <a:extLst>
                    <a:ext uri="{FF2B5EF4-FFF2-40B4-BE49-F238E27FC236}">
                      <a16:creationId xmlns:a16="http://schemas.microsoft.com/office/drawing/2014/main" id="{EB8A4C06-691F-BFDA-E29B-0FB7AE192613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6688728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78" name="Isosceles Triangle 177">
                  <a:extLst>
                    <a:ext uri="{FF2B5EF4-FFF2-40B4-BE49-F238E27FC236}">
                      <a16:creationId xmlns:a16="http://schemas.microsoft.com/office/drawing/2014/main" id="{FE832A1F-E262-DE21-B321-28CECA6917E6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6840236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79" name="Isosceles Triangle 178">
                  <a:extLst>
                    <a:ext uri="{FF2B5EF4-FFF2-40B4-BE49-F238E27FC236}">
                      <a16:creationId xmlns:a16="http://schemas.microsoft.com/office/drawing/2014/main" id="{8F5637AA-4F88-1199-3C92-8546D9ADD6C3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7070130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80" name="Isosceles Triangle 179">
                  <a:extLst>
                    <a:ext uri="{FF2B5EF4-FFF2-40B4-BE49-F238E27FC236}">
                      <a16:creationId xmlns:a16="http://schemas.microsoft.com/office/drawing/2014/main" id="{AA91EADE-CABA-F174-2490-1274CDEB854F}"/>
                    </a:ext>
                  </a:extLst>
                </p:cNvPr>
                <p:cNvSpPr/>
                <p:nvPr/>
              </p:nvSpPr>
              <p:spPr>
                <a:xfrm rot="16200000" flipH="1">
                  <a:off x="3326649" y="7311662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182" name="Group 181">
                <a:extLst>
                  <a:ext uri="{FF2B5EF4-FFF2-40B4-BE49-F238E27FC236}">
                    <a16:creationId xmlns:a16="http://schemas.microsoft.com/office/drawing/2014/main" id="{C28CC579-CF4A-C934-F3B3-6E4792DD83BE}"/>
                  </a:ext>
                </a:extLst>
              </p:cNvPr>
              <p:cNvGrpSpPr/>
              <p:nvPr/>
            </p:nvGrpSpPr>
            <p:grpSpPr>
              <a:xfrm rot="16200000">
                <a:off x="2069319" y="8184166"/>
                <a:ext cx="77788" cy="691295"/>
                <a:chOff x="3326697" y="6698204"/>
                <a:chExt cx="77788" cy="691295"/>
              </a:xfrm>
            </p:grpSpPr>
            <p:sp>
              <p:nvSpPr>
                <p:cNvPr id="183" name="Isosceles Triangle 182">
                  <a:extLst>
                    <a:ext uri="{FF2B5EF4-FFF2-40B4-BE49-F238E27FC236}">
                      <a16:creationId xmlns:a16="http://schemas.microsoft.com/office/drawing/2014/main" id="{2D0E8EE0-E9B6-B103-B778-C19480E7A364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6698253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84" name="Isosceles Triangle 183">
                  <a:extLst>
                    <a:ext uri="{FF2B5EF4-FFF2-40B4-BE49-F238E27FC236}">
                      <a16:creationId xmlns:a16="http://schemas.microsoft.com/office/drawing/2014/main" id="{DE52016B-C564-72AD-44EE-6C9828290683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6897389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85" name="Isosceles Triangle 184">
                  <a:extLst>
                    <a:ext uri="{FF2B5EF4-FFF2-40B4-BE49-F238E27FC236}">
                      <a16:creationId xmlns:a16="http://schemas.microsoft.com/office/drawing/2014/main" id="{E346EC0A-2EB9-CD0B-46A6-4F377CFE8377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7100296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86" name="Isosceles Triangle 185">
                  <a:extLst>
                    <a:ext uri="{FF2B5EF4-FFF2-40B4-BE49-F238E27FC236}">
                      <a16:creationId xmlns:a16="http://schemas.microsoft.com/office/drawing/2014/main" id="{544AE27B-470A-F18C-D3D4-25C6393611B6}"/>
                    </a:ext>
                  </a:extLst>
                </p:cNvPr>
                <p:cNvSpPr/>
                <p:nvPr/>
              </p:nvSpPr>
              <p:spPr>
                <a:xfrm rot="16200000" flipH="1">
                  <a:off x="3326649" y="7311662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993AE16A-CAA1-C540-3E70-F6F8479B28B1}"/>
                  </a:ext>
                </a:extLst>
              </p:cNvPr>
              <p:cNvGrpSpPr/>
              <p:nvPr/>
            </p:nvGrpSpPr>
            <p:grpSpPr>
              <a:xfrm rot="10800000">
                <a:off x="3451554" y="9559847"/>
                <a:ext cx="77788" cy="735745"/>
                <a:chOff x="3326697" y="6653754"/>
                <a:chExt cx="77788" cy="735745"/>
              </a:xfrm>
            </p:grpSpPr>
            <p:sp>
              <p:nvSpPr>
                <p:cNvPr id="188" name="Isosceles Triangle 187">
                  <a:extLst>
                    <a:ext uri="{FF2B5EF4-FFF2-40B4-BE49-F238E27FC236}">
                      <a16:creationId xmlns:a16="http://schemas.microsoft.com/office/drawing/2014/main" id="{093B1DC5-1CFD-75FB-AED2-1315A5DAE9C3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6653803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89" name="Isosceles Triangle 188">
                  <a:extLst>
                    <a:ext uri="{FF2B5EF4-FFF2-40B4-BE49-F238E27FC236}">
                      <a16:creationId xmlns:a16="http://schemas.microsoft.com/office/drawing/2014/main" id="{EF7D4207-8FB1-1492-FCAF-A9238E998E92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6865636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90" name="Isosceles Triangle 189">
                  <a:extLst>
                    <a:ext uri="{FF2B5EF4-FFF2-40B4-BE49-F238E27FC236}">
                      <a16:creationId xmlns:a16="http://schemas.microsoft.com/office/drawing/2014/main" id="{46518C27-855D-0109-24CA-B9486727ED74}"/>
                    </a:ext>
                  </a:extLst>
                </p:cNvPr>
                <p:cNvSpPr/>
                <p:nvPr/>
              </p:nvSpPr>
              <p:spPr>
                <a:xfrm rot="16200000" flipH="1">
                  <a:off x="3326648" y="7095527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91" name="Isosceles Triangle 190">
                  <a:extLst>
                    <a:ext uri="{FF2B5EF4-FFF2-40B4-BE49-F238E27FC236}">
                      <a16:creationId xmlns:a16="http://schemas.microsoft.com/office/drawing/2014/main" id="{E86DB779-2C13-985A-9CB3-191C6D66F9AC}"/>
                    </a:ext>
                  </a:extLst>
                </p:cNvPr>
                <p:cNvSpPr/>
                <p:nvPr/>
              </p:nvSpPr>
              <p:spPr>
                <a:xfrm rot="16200000" flipH="1">
                  <a:off x="3326649" y="7311662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</p:grp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110683-C7E9-73EC-B6E6-93DA3F3B9D5A}"/>
                </a:ext>
              </a:extLst>
            </p:cNvPr>
            <p:cNvGrpSpPr/>
            <p:nvPr/>
          </p:nvGrpSpPr>
          <p:grpSpPr>
            <a:xfrm>
              <a:off x="4268943" y="3265136"/>
              <a:ext cx="479991" cy="320376"/>
              <a:chOff x="4268943" y="3265136"/>
              <a:chExt cx="479991" cy="320376"/>
            </a:xfrm>
          </p:grpSpPr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EF905A78-F952-E496-084F-909E8E2429BA}"/>
                  </a:ext>
                </a:extLst>
              </p:cNvPr>
              <p:cNvGrpSpPr/>
              <p:nvPr/>
            </p:nvGrpSpPr>
            <p:grpSpPr>
              <a:xfrm>
                <a:off x="4268943" y="3265136"/>
                <a:ext cx="175838" cy="319494"/>
                <a:chOff x="4268943" y="3265136"/>
                <a:chExt cx="175838" cy="319494"/>
              </a:xfrm>
            </p:grpSpPr>
            <p:sp>
              <p:nvSpPr>
                <p:cNvPr id="112" name="Isosceles Triangle 111">
                  <a:extLst>
                    <a:ext uri="{FF2B5EF4-FFF2-40B4-BE49-F238E27FC236}">
                      <a16:creationId xmlns:a16="http://schemas.microsoft.com/office/drawing/2014/main" id="{7EC73352-D10B-F20F-9352-DB2C0FAECE47}"/>
                    </a:ext>
                  </a:extLst>
                </p:cNvPr>
                <p:cNvSpPr/>
                <p:nvPr/>
              </p:nvSpPr>
              <p:spPr>
                <a:xfrm rot="10800000" flipH="1">
                  <a:off x="4360845" y="3378620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5AD21238-E117-B231-0DA3-5ED8F2FABE4F}"/>
                    </a:ext>
                  </a:extLst>
                </p:cNvPr>
                <p:cNvSpPr/>
                <p:nvPr/>
              </p:nvSpPr>
              <p:spPr>
                <a:xfrm rot="10800000" flipH="1">
                  <a:off x="4268943" y="3378621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4" name="Free-form: Shape 133">
                  <a:extLst>
                    <a:ext uri="{FF2B5EF4-FFF2-40B4-BE49-F238E27FC236}">
                      <a16:creationId xmlns:a16="http://schemas.microsoft.com/office/drawing/2014/main" id="{938EC134-DA10-1F6C-28B5-066A6E390683}"/>
                    </a:ext>
                  </a:extLst>
                </p:cNvPr>
                <p:cNvSpPr/>
                <p:nvPr/>
              </p:nvSpPr>
              <p:spPr>
                <a:xfrm>
                  <a:off x="4306572" y="3265136"/>
                  <a:ext cx="84935" cy="31949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 w="127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5" name="Free-form: Shape 134">
                  <a:extLst>
                    <a:ext uri="{FF2B5EF4-FFF2-40B4-BE49-F238E27FC236}">
                      <a16:creationId xmlns:a16="http://schemas.microsoft.com/office/drawing/2014/main" id="{A4365B96-0DFF-DD88-EE74-D948D8DAA553}"/>
                    </a:ext>
                  </a:extLst>
                </p:cNvPr>
                <p:cNvSpPr/>
                <p:nvPr/>
              </p:nvSpPr>
              <p:spPr>
                <a:xfrm>
                  <a:off x="4399062" y="3265136"/>
                  <a:ext cx="45719" cy="299942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 w="127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5AE38832-C675-7F7E-A6A5-BB75ED474127}"/>
                  </a:ext>
                </a:extLst>
              </p:cNvPr>
              <p:cNvCxnSpPr>
                <a:cxnSpLocks/>
                <a:stCxn id="175" idx="0"/>
                <a:endCxn id="175" idx="2"/>
              </p:cNvCxnSpPr>
              <p:nvPr/>
            </p:nvCxnSpPr>
            <p:spPr>
              <a:xfrm>
                <a:off x="4508736" y="3270727"/>
                <a:ext cx="0" cy="294351"/>
              </a:xfrm>
              <a:prstGeom prst="line">
                <a:avLst/>
              </a:prstGeom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C81F5DA9-1B60-4F5D-B5DE-93CD0075611B}"/>
                  </a:ext>
                </a:extLst>
              </p:cNvPr>
              <p:cNvGrpSpPr/>
              <p:nvPr/>
            </p:nvGrpSpPr>
            <p:grpSpPr>
              <a:xfrm flipH="1">
                <a:off x="4544396" y="3266018"/>
                <a:ext cx="204538" cy="319494"/>
                <a:chOff x="4273065" y="3265136"/>
                <a:chExt cx="177075" cy="319494"/>
              </a:xfrm>
            </p:grpSpPr>
            <p:sp>
              <p:nvSpPr>
                <p:cNvPr id="162" name="Isosceles Triangle 161">
                  <a:extLst>
                    <a:ext uri="{FF2B5EF4-FFF2-40B4-BE49-F238E27FC236}">
                      <a16:creationId xmlns:a16="http://schemas.microsoft.com/office/drawing/2014/main" id="{4FB87C51-3714-4CD5-C7C2-F991C0CDF915}"/>
                    </a:ext>
                  </a:extLst>
                </p:cNvPr>
                <p:cNvSpPr/>
                <p:nvPr/>
              </p:nvSpPr>
              <p:spPr>
                <a:xfrm rot="10800000" flipH="1">
                  <a:off x="4360845" y="3378620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63" name="Isosceles Triangle 162">
                  <a:extLst>
                    <a:ext uri="{FF2B5EF4-FFF2-40B4-BE49-F238E27FC236}">
                      <a16:creationId xmlns:a16="http://schemas.microsoft.com/office/drawing/2014/main" id="{2FC273BD-CDEA-0F20-EA26-66E9E446702E}"/>
                    </a:ext>
                  </a:extLst>
                </p:cNvPr>
                <p:cNvSpPr/>
                <p:nvPr/>
              </p:nvSpPr>
              <p:spPr>
                <a:xfrm rot="10800000" flipH="1">
                  <a:off x="4273065" y="3378621"/>
                  <a:ext cx="77886" cy="77787"/>
                </a:xfrm>
                <a:prstGeom prst="triangl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64" name="Free-form: Shape 163">
                  <a:extLst>
                    <a:ext uri="{FF2B5EF4-FFF2-40B4-BE49-F238E27FC236}">
                      <a16:creationId xmlns:a16="http://schemas.microsoft.com/office/drawing/2014/main" id="{06CA6EAA-0E30-9A0B-E997-7BBB43EB20D4}"/>
                    </a:ext>
                  </a:extLst>
                </p:cNvPr>
                <p:cNvSpPr/>
                <p:nvPr/>
              </p:nvSpPr>
              <p:spPr>
                <a:xfrm>
                  <a:off x="4310694" y="3265136"/>
                  <a:ext cx="84935" cy="31949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 w="127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65" name="Free-form: Shape 164">
                  <a:extLst>
                    <a:ext uri="{FF2B5EF4-FFF2-40B4-BE49-F238E27FC236}">
                      <a16:creationId xmlns:a16="http://schemas.microsoft.com/office/drawing/2014/main" id="{FAC02533-2C68-17F5-1C62-C7389DB5137A}"/>
                    </a:ext>
                  </a:extLst>
                </p:cNvPr>
                <p:cNvSpPr/>
                <p:nvPr/>
              </p:nvSpPr>
              <p:spPr>
                <a:xfrm>
                  <a:off x="4399062" y="3265136"/>
                  <a:ext cx="51078" cy="294351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 w="127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sp>
            <p:nvSpPr>
              <p:cNvPr id="111" name="Isosceles Triangle 110">
                <a:extLst>
                  <a:ext uri="{FF2B5EF4-FFF2-40B4-BE49-F238E27FC236}">
                    <a16:creationId xmlns:a16="http://schemas.microsoft.com/office/drawing/2014/main" id="{8C4B45A5-C63B-39DF-4322-DB36FC92B1CE}"/>
                  </a:ext>
                </a:extLst>
              </p:cNvPr>
              <p:cNvSpPr/>
              <p:nvPr/>
            </p:nvSpPr>
            <p:spPr>
              <a:xfrm rot="10800000" flipH="1">
                <a:off x="4471286" y="3381760"/>
                <a:ext cx="77886" cy="77787"/>
              </a:xfrm>
              <a:prstGeom prst="triangl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FB2E134-1A70-2B9D-FB58-D5CBFE49098F}"/>
                </a:ext>
              </a:extLst>
            </p:cNvPr>
            <p:cNvGrpSpPr/>
            <p:nvPr/>
          </p:nvGrpSpPr>
          <p:grpSpPr>
            <a:xfrm>
              <a:off x="1328261" y="1517492"/>
              <a:ext cx="3605935" cy="1753621"/>
              <a:chOff x="2054942" y="452285"/>
              <a:chExt cx="5250426" cy="25533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23B152A-ADD4-770C-47BA-4987DD32E9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5556" y="452285"/>
                <a:ext cx="0" cy="24285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C0C9016-8AD9-9852-D060-D2453E3AFE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54942" y="452285"/>
                <a:ext cx="525042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53F9608-1918-EF4C-24CE-F8058061933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36621" y="1809135"/>
                <a:ext cx="0" cy="10717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855A30D-D558-4823-B642-9F3DA0B79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27095" y="1809135"/>
                <a:ext cx="25203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3FA1ACC-EF96-AB51-A91D-2C7E60741D9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1435" y="452285"/>
                <a:ext cx="0" cy="135685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0AA67AF-C3C0-C08C-3CF3-86E82F2E9E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23710" y="1807230"/>
                <a:ext cx="478032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F98A6D7-A2FD-24BE-3D56-B50658B4CC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37384" y="1807230"/>
                <a:ext cx="570096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5159556C-F459-CD67-47F2-311B6B89375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495796" y="3005647"/>
                <a:ext cx="34137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4F6935B-0C16-FF94-985C-5DC93A96F813}"/>
                </a:ext>
              </a:extLst>
            </p:cNvPr>
            <p:cNvGrpSpPr/>
            <p:nvPr/>
          </p:nvGrpSpPr>
          <p:grpSpPr>
            <a:xfrm flipV="1">
              <a:off x="1328177" y="3561776"/>
              <a:ext cx="3605935" cy="1752960"/>
              <a:chOff x="2054942" y="452285"/>
              <a:chExt cx="5250426" cy="2553362"/>
            </a:xfrm>
          </p:grpSpPr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A5D07E8-8B90-AF7D-7FB8-46FF39815BF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5556" y="452285"/>
                <a:ext cx="0" cy="24285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4B76297-FFC9-3D02-518A-47BAF2E740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54942" y="452285"/>
                <a:ext cx="525042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E4FB04FD-11D7-0EE6-BC7C-EB3FA5BF4BA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36621" y="1809135"/>
                <a:ext cx="0" cy="10717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DD6C221-427E-78FC-DE05-3F71ED3BC5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27095" y="1809135"/>
                <a:ext cx="25203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94A17661-28EF-BCF1-9EE0-47201DD16A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1435" y="452285"/>
                <a:ext cx="0" cy="135685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B225118-6A4A-5A12-33E3-DE5A5057D4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23710" y="1807230"/>
                <a:ext cx="478032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7C3FCD-758A-BA74-A822-400D2D4AB1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37384" y="1807230"/>
                <a:ext cx="570096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2B08722F-6DFF-36EA-C083-39B14CB88E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495796" y="3005647"/>
                <a:ext cx="34137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74443ACF-82B7-17C8-5217-9B1E154A4CF7}"/>
                    </a:ext>
                  </a:extLst>
                </p:cNvPr>
                <p:cNvSpPr txBox="1"/>
                <p:nvPr/>
              </p:nvSpPr>
              <p:spPr>
                <a:xfrm>
                  <a:off x="2301181" y="3205210"/>
                  <a:ext cx="3382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nl-BE" sz="28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𝐇</m:t>
                        </m:r>
                      </m:oMath>
                    </m:oMathPara>
                  </a14:m>
                  <a:endParaRPr lang="nl-NL" sz="2800" b="1">
                    <a:solidFill>
                      <a:schemeClr val="accent2"/>
                    </a:solidFill>
                  </a:endParaRPr>
                </a:p>
              </p:txBody>
            </p:sp>
          </mc:Choice>
          <mc:Fallback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74443ACF-82B7-17C8-5217-9B1E154A4C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1181" y="3205210"/>
                  <a:ext cx="338234" cy="43088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B765B804-4F98-385A-CAE8-E9B331CD99C2}"/>
              </a:ext>
            </a:extLst>
          </p:cNvPr>
          <p:cNvGrpSpPr/>
          <p:nvPr/>
        </p:nvGrpSpPr>
        <p:grpSpPr>
          <a:xfrm>
            <a:off x="624403" y="1202911"/>
            <a:ext cx="6142994" cy="4452178"/>
            <a:chOff x="1251111" y="1193030"/>
            <a:chExt cx="6142994" cy="445217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B5C7BEA5-B7FE-C232-A501-D744258408CF}"/>
                    </a:ext>
                  </a:extLst>
                </p:cNvPr>
                <p:cNvSpPr txBox="1"/>
                <p:nvPr/>
              </p:nvSpPr>
              <p:spPr>
                <a:xfrm>
                  <a:off x="4214091" y="2048858"/>
                  <a:ext cx="288476" cy="3016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nl-BE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B5C7BEA5-B7FE-C232-A501-D74425840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4091" y="2048858"/>
                  <a:ext cx="288476" cy="301686"/>
                </a:xfrm>
                <a:prstGeom prst="rect">
                  <a:avLst/>
                </a:prstGeom>
                <a:blipFill>
                  <a:blip r:embed="rId3"/>
                  <a:stretch>
                    <a:fillRect l="-18750" r="-8333" b="-22449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743279EC-DC07-76B5-2E9E-8948F41607B1}"/>
                </a:ext>
              </a:extLst>
            </p:cNvPr>
            <p:cNvSpPr/>
            <p:nvPr/>
          </p:nvSpPr>
          <p:spPr>
            <a:xfrm>
              <a:off x="2490066" y="3155065"/>
              <a:ext cx="948921" cy="457494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855B53D3-F960-2639-7DF2-A23CD507C8B3}"/>
                </a:ext>
              </a:extLst>
            </p:cNvPr>
            <p:cNvGrpSpPr/>
            <p:nvPr/>
          </p:nvGrpSpPr>
          <p:grpSpPr>
            <a:xfrm>
              <a:off x="2490065" y="1487152"/>
              <a:ext cx="3605935" cy="1753621"/>
              <a:chOff x="2054942" y="452285"/>
              <a:chExt cx="5250426" cy="2553362"/>
            </a:xfrm>
          </p:grpSpPr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81A09A31-22ED-F061-AAFF-87D893903D4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5556" y="452285"/>
                <a:ext cx="0" cy="24285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20218335-2B3A-07CD-35AB-9091E4D5BB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54942" y="452285"/>
                <a:ext cx="525042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0E10AA49-D9C7-B66D-A0EA-585B0C32B1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36621" y="1809135"/>
                <a:ext cx="0" cy="10717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424DEF53-FF02-EF5A-FC4A-C5ED5F47A1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27095" y="1809135"/>
                <a:ext cx="25203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321A78F9-FC89-184C-FD1C-C599AF276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1435" y="452285"/>
                <a:ext cx="0" cy="135685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62DF2B74-4D71-7ADB-B4AE-2BF0C5303F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23710" y="1807230"/>
                <a:ext cx="478032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07477C07-A414-69FA-60B7-BBC933ABD4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37384" y="1807230"/>
                <a:ext cx="570096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CDAC194C-0D5B-BA3E-50D1-E08032E139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495796" y="3005647"/>
                <a:ext cx="34137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A383C501-814B-CC1B-A4DE-C18FE4A0AD85}"/>
                </a:ext>
              </a:extLst>
            </p:cNvPr>
            <p:cNvGrpSpPr/>
            <p:nvPr/>
          </p:nvGrpSpPr>
          <p:grpSpPr>
            <a:xfrm flipV="1">
              <a:off x="2489981" y="3531436"/>
              <a:ext cx="3605935" cy="1752960"/>
              <a:chOff x="2054942" y="452285"/>
              <a:chExt cx="5250426" cy="2553362"/>
            </a:xfrm>
          </p:grpSpPr>
          <p:cxnSp>
            <p:nvCxnSpPr>
              <p:cNvPr id="221" name="Straight Connector 220">
                <a:extLst>
                  <a:ext uri="{FF2B5EF4-FFF2-40B4-BE49-F238E27FC236}">
                    <a16:creationId xmlns:a16="http://schemas.microsoft.com/office/drawing/2014/main" id="{43FF94D4-64FD-7259-26AB-8FC76A0B57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5556" y="452285"/>
                <a:ext cx="0" cy="24285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9BE97613-C055-D632-506A-CB3DBC01F00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54942" y="452285"/>
                <a:ext cx="525042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5E6BED1-5D34-7B64-AD12-7EF039ECC0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36621" y="1809135"/>
                <a:ext cx="0" cy="10717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Straight Connector 223">
                <a:extLst>
                  <a:ext uri="{FF2B5EF4-FFF2-40B4-BE49-F238E27FC236}">
                    <a16:creationId xmlns:a16="http://schemas.microsoft.com/office/drawing/2014/main" id="{A586870C-8918-F474-81DF-BC2C9265F0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27095" y="1809135"/>
                <a:ext cx="25203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Straight Connector 224">
                <a:extLst>
                  <a:ext uri="{FF2B5EF4-FFF2-40B4-BE49-F238E27FC236}">
                    <a16:creationId xmlns:a16="http://schemas.microsoft.com/office/drawing/2014/main" id="{D646383B-BD60-087E-1F9A-26D336AA54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1435" y="452285"/>
                <a:ext cx="0" cy="135685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Straight Connector 225">
                <a:extLst>
                  <a:ext uri="{FF2B5EF4-FFF2-40B4-BE49-F238E27FC236}">
                    <a16:creationId xmlns:a16="http://schemas.microsoft.com/office/drawing/2014/main" id="{E22DC298-C38E-9E44-E2BF-A999871B77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23710" y="1807230"/>
                <a:ext cx="478032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E5AF3AF3-39B1-5F60-D7A2-E2C4CB0837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37384" y="1807230"/>
                <a:ext cx="570096" cy="11984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F82773A0-D6C2-B8C9-9EE3-E1674998E5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495796" y="3005647"/>
                <a:ext cx="341376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2" name="Isosceles Triangle 201">
              <a:extLst>
                <a:ext uri="{FF2B5EF4-FFF2-40B4-BE49-F238E27FC236}">
                  <a16:creationId xmlns:a16="http://schemas.microsoft.com/office/drawing/2014/main" id="{F957FF42-4309-F72F-A126-67C02705402A}"/>
                </a:ext>
              </a:extLst>
            </p:cNvPr>
            <p:cNvSpPr/>
            <p:nvPr/>
          </p:nvSpPr>
          <p:spPr>
            <a:xfrm>
              <a:off x="2868138" y="3272112"/>
              <a:ext cx="194261" cy="16746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3" name="Isosceles Triangle 202">
              <a:extLst>
                <a:ext uri="{FF2B5EF4-FFF2-40B4-BE49-F238E27FC236}">
                  <a16:creationId xmlns:a16="http://schemas.microsoft.com/office/drawing/2014/main" id="{12A4AEE8-5EBC-FA75-86AB-A5924138431E}"/>
                </a:ext>
              </a:extLst>
            </p:cNvPr>
            <p:cNvSpPr/>
            <p:nvPr/>
          </p:nvSpPr>
          <p:spPr>
            <a:xfrm rot="10800000">
              <a:off x="5561866" y="2835715"/>
              <a:ext cx="194261" cy="16746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10DC6D61-D308-9948-820F-E267D30EBE8D}"/>
                </a:ext>
              </a:extLst>
            </p:cNvPr>
            <p:cNvSpPr/>
            <p:nvPr/>
          </p:nvSpPr>
          <p:spPr>
            <a:xfrm rot="5400000">
              <a:off x="4200694" y="1800026"/>
              <a:ext cx="194261" cy="16746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53964027-287D-6E81-1C72-DF94A0AD05C7}"/>
                </a:ext>
              </a:extLst>
            </p:cNvPr>
            <p:cNvSpPr/>
            <p:nvPr/>
          </p:nvSpPr>
          <p:spPr>
            <a:xfrm rot="16200000">
              <a:off x="4182076" y="4744851"/>
              <a:ext cx="194261" cy="16746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7844F42-4E81-EB6D-1D84-9F5071AE6946}"/>
                </a:ext>
              </a:extLst>
            </p:cNvPr>
            <p:cNvSpPr txBox="1"/>
            <p:nvPr/>
          </p:nvSpPr>
          <p:spPr>
            <a:xfrm>
              <a:off x="1251111" y="3232080"/>
              <a:ext cx="13153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Nd-</a:t>
              </a:r>
              <a:r>
                <a:rPr lang="en-GB" sz="1400" dirty="0" err="1"/>
                <a:t>magneet</a:t>
              </a:r>
              <a:endParaRPr lang="LID4096" sz="1400" dirty="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DABBB6A0-0046-32A1-D0D2-D0B3BC70C834}"/>
                </a:ext>
              </a:extLst>
            </p:cNvPr>
            <p:cNvSpPr txBox="1"/>
            <p:nvPr/>
          </p:nvSpPr>
          <p:spPr>
            <a:xfrm>
              <a:off x="3827047" y="5337431"/>
              <a:ext cx="11090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Polepiece</a:t>
              </a:r>
              <a:endParaRPr lang="LID4096" sz="1400" dirty="0"/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2EE7B36B-A157-FBAC-1FC7-05907EB5DA4D}"/>
                </a:ext>
              </a:extLst>
            </p:cNvPr>
            <p:cNvSpPr txBox="1"/>
            <p:nvPr/>
          </p:nvSpPr>
          <p:spPr>
            <a:xfrm>
              <a:off x="6285083" y="3275752"/>
              <a:ext cx="11090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Gap (</a:t>
              </a:r>
              <a:r>
                <a:rPr lang="en-GB" sz="1400" dirty="0" err="1"/>
                <a:t>lucht</a:t>
              </a:r>
              <a:r>
                <a:rPr lang="en-GB" sz="1400"/>
                <a:t>)</a:t>
              </a:r>
              <a:endParaRPr lang="LID4096" sz="1400" dirty="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10BB4CF9-39CA-C2EB-1B96-A52C8D26C5A1}"/>
                </a:ext>
              </a:extLst>
            </p:cNvPr>
            <p:cNvSpPr txBox="1"/>
            <p:nvPr/>
          </p:nvSpPr>
          <p:spPr>
            <a:xfrm>
              <a:off x="3827047" y="1193030"/>
              <a:ext cx="11090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Polepiece</a:t>
              </a:r>
              <a:endParaRPr lang="LID4096" sz="1400" dirty="0"/>
            </a:p>
          </p:txBody>
        </p: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165371D-6BA5-F473-833A-97744215D636}"/>
                </a:ext>
              </a:extLst>
            </p:cNvPr>
            <p:cNvCxnSpPr/>
            <p:nvPr/>
          </p:nvCxnSpPr>
          <p:spPr>
            <a:xfrm>
              <a:off x="3496554" y="3155065"/>
              <a:ext cx="0" cy="44706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F64D69B7-A4AA-B2C4-9CA3-A83F0EBE4259}"/>
                </a:ext>
              </a:extLst>
            </p:cNvPr>
            <p:cNvCxnSpPr/>
            <p:nvPr/>
          </p:nvCxnSpPr>
          <p:spPr>
            <a:xfrm>
              <a:off x="5251777" y="3235767"/>
              <a:ext cx="0" cy="290664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1DD95E38-B238-F837-BD6B-1B5F9EE9BAF8}"/>
                    </a:ext>
                  </a:extLst>
                </p:cNvPr>
                <p:cNvSpPr txBox="1"/>
                <p:nvPr/>
              </p:nvSpPr>
              <p:spPr>
                <a:xfrm>
                  <a:off x="3565721" y="3246580"/>
                  <a:ext cx="239737" cy="1902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1DD95E38-B238-F837-BD6B-1B5F9EE9B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65721" y="3246580"/>
                  <a:ext cx="239737" cy="190240"/>
                </a:xfrm>
                <a:prstGeom prst="rect">
                  <a:avLst/>
                </a:prstGeom>
                <a:blipFill>
                  <a:blip r:embed="rId4"/>
                  <a:stretch>
                    <a:fillRect l="-35897" r="-38462" b="-61290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33FEB671-FF4E-5D54-BEE6-4E239A37BF46}"/>
                    </a:ext>
                  </a:extLst>
                </p:cNvPr>
                <p:cNvSpPr txBox="1"/>
                <p:nvPr/>
              </p:nvSpPr>
              <p:spPr>
                <a:xfrm>
                  <a:off x="4931419" y="3223899"/>
                  <a:ext cx="201029" cy="2057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33FEB671-FF4E-5D54-BEE6-4E239A37B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1419" y="3223899"/>
                  <a:ext cx="201029" cy="205741"/>
                </a:xfrm>
                <a:prstGeom prst="rect">
                  <a:avLst/>
                </a:prstGeom>
                <a:blipFill>
                  <a:blip r:embed="rId5"/>
                  <a:stretch>
                    <a:fillRect l="-42424" r="-45455" b="-76471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D007BBBC-B673-A5EF-CD1F-2C3CEFDBE1F7}"/>
                    </a:ext>
                  </a:extLst>
                </p:cNvPr>
                <p:cNvSpPr txBox="1"/>
                <p:nvPr/>
              </p:nvSpPr>
              <p:spPr>
                <a:xfrm>
                  <a:off x="5912879" y="2884942"/>
                  <a:ext cx="209836" cy="2057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D007BBBC-B673-A5EF-CD1F-2C3CEFDBE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2879" y="2884942"/>
                  <a:ext cx="209836" cy="205741"/>
                </a:xfrm>
                <a:prstGeom prst="rect">
                  <a:avLst/>
                </a:prstGeom>
                <a:blipFill>
                  <a:blip r:embed="rId6"/>
                  <a:stretch>
                    <a:fillRect l="-37143" r="-42857" b="-76471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9D0B13CA-784E-9D28-A93C-DA9A5A03B74D}"/>
                    </a:ext>
                  </a:extLst>
                </p:cNvPr>
                <p:cNvSpPr txBox="1"/>
                <p:nvPr/>
              </p:nvSpPr>
              <p:spPr>
                <a:xfrm>
                  <a:off x="5943998" y="3516398"/>
                  <a:ext cx="192618" cy="1902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9D0B13CA-784E-9D28-A93C-DA9A5A03B7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998" y="3516398"/>
                  <a:ext cx="192618" cy="190240"/>
                </a:xfrm>
                <a:prstGeom prst="rect">
                  <a:avLst/>
                </a:prstGeom>
                <a:blipFill>
                  <a:blip r:embed="rId7"/>
                  <a:stretch>
                    <a:fillRect l="-40625" r="-43750" b="-75000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99EE880F-32E5-EB2D-5BEC-27E3F8C6976D}"/>
                </a:ext>
              </a:extLst>
            </p:cNvPr>
            <p:cNvSpPr/>
            <p:nvPr/>
          </p:nvSpPr>
          <p:spPr>
            <a:xfrm>
              <a:off x="2968607" y="1883760"/>
              <a:ext cx="2688529" cy="2944171"/>
            </a:xfrm>
            <a:prstGeom prst="roundRect">
              <a:avLst/>
            </a:prstGeom>
            <a:noFill/>
            <a:ln w="571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8ED02868-B7FE-5194-264B-88A064FFFDC2}"/>
                    </a:ext>
                  </a:extLst>
                </p:cNvPr>
                <p:cNvSpPr txBox="1"/>
                <p:nvPr/>
              </p:nvSpPr>
              <p:spPr>
                <a:xfrm>
                  <a:off x="3110837" y="2848420"/>
                  <a:ext cx="248545" cy="1902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8ED02868-B7FE-5194-264B-88A064FFFD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0837" y="2848420"/>
                  <a:ext cx="248545" cy="190240"/>
                </a:xfrm>
                <a:prstGeom prst="rect">
                  <a:avLst/>
                </a:prstGeom>
                <a:blipFill>
                  <a:blip r:embed="rId8"/>
                  <a:stretch>
                    <a:fillRect l="-35000" r="-40000" b="-61290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C790C42C-1A42-AB23-6F5F-C63AB0B807E0}"/>
                    </a:ext>
                  </a:extLst>
                </p:cNvPr>
                <p:cNvSpPr txBox="1"/>
                <p:nvPr/>
              </p:nvSpPr>
              <p:spPr>
                <a:xfrm>
                  <a:off x="3108564" y="3260725"/>
                  <a:ext cx="235334" cy="1902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C790C42C-1A42-AB23-6F5F-C63AB0B80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8564" y="3260725"/>
                  <a:ext cx="235334" cy="190240"/>
                </a:xfrm>
                <a:prstGeom prst="rect">
                  <a:avLst/>
                </a:prstGeom>
                <a:blipFill>
                  <a:blip r:embed="rId9"/>
                  <a:stretch>
                    <a:fillRect l="-33333" r="-35897" b="-77419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E0C62D8E-AAFE-B106-AB49-4151CD41E95D}"/>
                    </a:ext>
                  </a:extLst>
                </p:cNvPr>
                <p:cNvSpPr txBox="1"/>
                <p:nvPr/>
              </p:nvSpPr>
              <p:spPr>
                <a:xfrm>
                  <a:off x="2822931" y="4668420"/>
                  <a:ext cx="27731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nl-BE" sz="2800" b="1" i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nl-NL" sz="2800" b="1">
                    <a:solidFill>
                      <a:srgbClr val="00B0F0"/>
                    </a:solidFill>
                  </a:endParaRPr>
                </a:p>
              </p:txBody>
            </p:sp>
          </mc:Choice>
          <mc:Fallback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E0C62D8E-AAFE-B106-AB49-4151CD41E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2931" y="4668420"/>
                  <a:ext cx="277319" cy="43088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0000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BB63D-53AD-75B7-A8CE-22325E495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1279AB8B-0DCA-AEF9-A7A3-B9518E4BF31E}"/>
              </a:ext>
            </a:extLst>
          </p:cNvPr>
          <p:cNvGrpSpPr/>
          <p:nvPr/>
        </p:nvGrpSpPr>
        <p:grpSpPr>
          <a:xfrm>
            <a:off x="6664389" y="1352991"/>
            <a:ext cx="4793654" cy="4111891"/>
            <a:chOff x="6774563" y="1332532"/>
            <a:chExt cx="4793654" cy="4111891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C797563-2939-0201-2CE0-AC9315DFD518}"/>
                </a:ext>
              </a:extLst>
            </p:cNvPr>
            <p:cNvSpPr/>
            <p:nvPr/>
          </p:nvSpPr>
          <p:spPr>
            <a:xfrm>
              <a:off x="7322544" y="1496684"/>
              <a:ext cx="4077524" cy="3783588"/>
            </a:xfrm>
            <a:prstGeom prst="rect">
              <a:avLst/>
            </a:prstGeom>
            <a:noFill/>
            <a:ln w="762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6F66EAC-0B54-4AA0-9BB0-13F7825F800D}"/>
                </a:ext>
              </a:extLst>
            </p:cNvPr>
            <p:cNvSpPr/>
            <p:nvPr/>
          </p:nvSpPr>
          <p:spPr>
            <a:xfrm>
              <a:off x="6774563" y="2159437"/>
              <a:ext cx="1082524" cy="10825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06709BB-0C67-23B1-55E8-7B2EDB6EEC66}"/>
                </a:ext>
              </a:extLst>
            </p:cNvPr>
            <p:cNvSpPr/>
            <p:nvPr/>
          </p:nvSpPr>
          <p:spPr>
            <a:xfrm>
              <a:off x="7155608" y="3482876"/>
              <a:ext cx="328302" cy="131315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B430770-BCB3-8272-1783-EE6821C6D6B4}"/>
                </a:ext>
              </a:extLst>
            </p:cNvPr>
            <p:cNvSpPr/>
            <p:nvPr/>
          </p:nvSpPr>
          <p:spPr>
            <a:xfrm>
              <a:off x="11239915" y="2814412"/>
              <a:ext cx="328302" cy="131315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36236E7-F5B6-5163-AA78-D8A72E38F33A}"/>
                </a:ext>
              </a:extLst>
            </p:cNvPr>
            <p:cNvSpPr/>
            <p:nvPr/>
          </p:nvSpPr>
          <p:spPr>
            <a:xfrm rot="16200000">
              <a:off x="9312055" y="4623694"/>
              <a:ext cx="328302" cy="131315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C8A8A38-3BBF-491B-C2FC-6BB62EE0B36B}"/>
                </a:ext>
              </a:extLst>
            </p:cNvPr>
            <p:cNvSpPr/>
            <p:nvPr/>
          </p:nvSpPr>
          <p:spPr>
            <a:xfrm rot="16200000">
              <a:off x="9312055" y="840105"/>
              <a:ext cx="328302" cy="131315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FF8FA23D-F0C8-4138-892D-A5D864BB9CB3}"/>
                    </a:ext>
                  </a:extLst>
                </p:cNvPr>
                <p:cNvSpPr txBox="1"/>
                <p:nvPr/>
              </p:nvSpPr>
              <p:spPr>
                <a:xfrm>
                  <a:off x="7154395" y="2212150"/>
                  <a:ext cx="341440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nl-B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nl-NL" sz="2800"/>
                </a:p>
              </p:txBody>
            </p:sp>
          </mc:Choice>
          <mc:Fallback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FF8FA23D-F0C8-4138-892D-A5D864BB9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4395" y="2212150"/>
                  <a:ext cx="341440" cy="43088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E861B79-0AAB-3F6D-B787-FA4FB71F8128}"/>
                    </a:ext>
                  </a:extLst>
                </p:cNvPr>
                <p:cNvSpPr txBox="1"/>
                <p:nvPr/>
              </p:nvSpPr>
              <p:spPr>
                <a:xfrm>
                  <a:off x="7154395" y="2739332"/>
                  <a:ext cx="341440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nl-BE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nl-NL" sz="280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E861B79-0AAB-3F6D-B787-FA4FB71F81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4395" y="2739332"/>
                  <a:ext cx="341440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96970FD-4E3E-5D43-9AFF-DB00573F6A58}"/>
                    </a:ext>
                  </a:extLst>
                </p:cNvPr>
                <p:cNvSpPr txBox="1"/>
                <p:nvPr/>
              </p:nvSpPr>
              <p:spPr>
                <a:xfrm>
                  <a:off x="7615317" y="3912124"/>
                  <a:ext cx="601960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ℛ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sub>
                        </m:sSub>
                      </m:oMath>
                    </m:oMathPara>
                  </a14:m>
                  <a:endParaRPr lang="nl-NL" sz="280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96970FD-4E3E-5D43-9AFF-DB00573F6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317" y="3912124"/>
                  <a:ext cx="601960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9B734EE-0E4E-A602-1456-7D088764C28F}"/>
                    </a:ext>
                  </a:extLst>
                </p:cNvPr>
                <p:cNvSpPr txBox="1"/>
                <p:nvPr/>
              </p:nvSpPr>
              <p:spPr>
                <a:xfrm>
                  <a:off x="10564383" y="3213690"/>
                  <a:ext cx="507383" cy="4715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ℛ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</m:sub>
                        </m:sSub>
                      </m:oMath>
                    </m:oMathPara>
                  </a14:m>
                  <a:endParaRPr lang="nl-NL" sz="280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9B734EE-0E4E-A602-1456-7D088764C2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4383" y="3213690"/>
                  <a:ext cx="507383" cy="47153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0074DDB2-DCED-28EF-B7A0-3B24603AA89D}"/>
                    </a:ext>
                  </a:extLst>
                </p:cNvPr>
                <p:cNvSpPr txBox="1"/>
                <p:nvPr/>
              </p:nvSpPr>
              <p:spPr>
                <a:xfrm>
                  <a:off x="9259587" y="1727198"/>
                  <a:ext cx="525016" cy="4692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ℛ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nl-NL" sz="280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0074DDB2-DCED-28EF-B7A0-3B24603AA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9587" y="1727198"/>
                  <a:ext cx="525016" cy="4692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EE884900-0497-FD4F-23B7-038412715E49}"/>
                    </a:ext>
                  </a:extLst>
                </p:cNvPr>
                <p:cNvSpPr txBox="1"/>
                <p:nvPr/>
              </p:nvSpPr>
              <p:spPr>
                <a:xfrm>
                  <a:off x="9193348" y="4580526"/>
                  <a:ext cx="525016" cy="4692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ℛ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nl-NL" sz="280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EE884900-0497-FD4F-23B7-038412715E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48" y="4580526"/>
                  <a:ext cx="525016" cy="4692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F8FAFD6-9192-C0EE-FA91-FAE2391D3D93}"/>
                    </a:ext>
                  </a:extLst>
                </p:cNvPr>
                <p:cNvSpPr txBox="1"/>
                <p:nvPr/>
              </p:nvSpPr>
              <p:spPr>
                <a:xfrm>
                  <a:off x="7916297" y="2488961"/>
                  <a:ext cx="51905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nl-BE" sz="28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sub>
                        </m:sSub>
                      </m:oMath>
                    </m:oMathPara>
                  </a14:m>
                  <a:endParaRPr lang="nl-NL" sz="280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F8FAFD6-9192-C0EE-FA91-FAE2391D3D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6297" y="2488961"/>
                  <a:ext cx="519052" cy="43088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51302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2244</TotalTime>
  <Words>95</Words>
  <Application>Microsoft Office PowerPoint</Application>
  <PresentationFormat>Widescreen</PresentationFormat>
  <Paragraphs>76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Des De Borger</dc:creator>
  <cp:lastModifiedBy>Des De Borger</cp:lastModifiedBy>
  <cp:revision>5</cp:revision>
  <dcterms:created xsi:type="dcterms:W3CDTF">2026-04-09T11:57:45Z</dcterms:created>
  <dcterms:modified xsi:type="dcterms:W3CDTF">2026-04-15T14:18:27Z</dcterms:modified>
</cp:coreProperties>
</file>