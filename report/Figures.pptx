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0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BE612-9D1D-4C11-AAD0-CDB0BA54BA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425F0-77A3-47C0-A8D8-AE05194DEAE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846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425F0-77A3-47C0-A8D8-AE05194DEAE0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131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AE0E9-21AC-A094-7FFB-6D5F3F31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42119-C705-2337-09D9-BB8837BA5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C99B8-1B43-19E8-0EA0-78126EAAA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C4B04-79B8-831D-0C84-83046D0DF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425F0-77A3-47C0-A8D8-AE05194DEAE0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2900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FC0B-4775-1372-E90E-6CB030A59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21F92-594A-C441-F9DA-CD5FFBB5B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A583B-E7B7-E6BE-2A6F-6B7127F7A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06375-E5D8-513E-75E6-936D0DB96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30C7-038B-0226-1F3B-76211BCA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0105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8E47-1E07-21A9-F5AE-4667B087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6FD4-A250-16E9-8157-4AAA74049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5DC94-493A-E074-3716-C1F6F47F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1CA4-272F-51B2-CEDF-16A81D12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2BE3D-9A76-2442-69DC-511A210D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55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2BFE-C6DF-1572-5D8A-476E5FA3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60D3D-5D0A-56C3-0D5E-3E53C9B41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F07CF-30CF-0F15-7811-4D94BA31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544F8-1533-BE92-EC12-F61FD11E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8F047-F555-A8A9-E45D-D40E7897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788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F2D1-5303-4ECE-BC36-62718892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23B9-2A6A-5A49-C9B6-A75763B61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73291-AC40-6BC1-56D0-1E1965A56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38C6A-73F3-EF7D-1D3F-77F5B921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F8F35-9C24-0B7B-7E19-43CC872E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743B5-781D-BA71-A926-70CB1697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99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4DCA-F131-06BB-7A88-FB51F188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86ECE-1057-567F-2078-C5C088597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49CFA-805D-B977-D99D-77F8D4EF9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1D332-8339-DB2B-8730-BE4BD1A57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95D38-34B8-7D01-B003-70D99CEE0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429D2-CC01-F737-896A-025490CE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2357FF-5A5E-0B26-05D1-C14062C9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60DD6-D635-3B9A-68D3-5BB1212E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04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C7FC-0B0E-7371-1146-1BE51296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3E5E3-DC14-5CA7-18B1-076A8E8D3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DE083-449C-29D4-B3C6-624837F9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30E10-4949-DBBF-F089-A07CFE72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76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64DDE-9DA6-1888-E802-54BEFDEA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0026F8-7DEF-0D29-E0EB-6692DA67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A7A86-EFE0-6EC1-D3F2-AA97E9FA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712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3B3E-8891-7A7C-B1D1-368D0A46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61F7D-9C97-38E8-B9C9-1AD1AA40E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DA7AA-47D8-CC4A-715B-A265BE35D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0C318-83ED-C4E7-76B1-836E01BD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BEBDE-DCBA-03A7-1C80-57D7DDBE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7C9DA-AE06-10EE-D364-0BCBD08F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249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F55A-F833-FC4C-AC93-CF314D0F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86486-527B-B698-A66D-F955D13C2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5480F-C4AA-91CC-DAA8-2C6344137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C5378-F4B7-C050-A229-6F5B0A492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7EC71-C9E6-814D-63A7-8E950F19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DA407-3C92-C68C-ED27-C8C13996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828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6AC0-43DB-05C4-D6D8-2C8C8AA03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8C028-2F64-7B1F-8393-5A61E371D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21BB6-1513-EBF2-D6F7-61EE6DDE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73772-3DB3-BB2F-6959-2BC873C6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DFA77-0DE2-D6A8-D300-61B6A29F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295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5E792-6B00-256C-A6BA-DA9EDE09C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C187-B8E9-CA2F-97D4-CA9D828F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99A9F-A6FC-9863-DDD5-FE8B246A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32C6-6C25-BB06-FD93-93B0E44B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1C219-A667-927A-2C04-E7914E045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515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A3082-4F58-15A7-4780-154D553F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E59-CB8F-6C26-AF06-A3FA31851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6B4C-902B-CEDE-5EFA-C0806DB93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08663-37D3-49A2-97A8-4811CA6E1BA5}" type="datetimeFigureOut">
              <a:rPr lang="LID4096" smtClean="0"/>
              <a:t>04/15/2026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B078-C2A0-2D94-E461-66886390D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9A49-1F39-265E-FFD3-723AAA1AA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0EB35-5D77-4507-A6D9-7769D0DFBA0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106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C3716E7-83E5-52CC-284D-CB68BC5C0AE8}"/>
              </a:ext>
            </a:extLst>
          </p:cNvPr>
          <p:cNvGrpSpPr/>
          <p:nvPr/>
        </p:nvGrpSpPr>
        <p:grpSpPr>
          <a:xfrm>
            <a:off x="2762865" y="1883017"/>
            <a:ext cx="6464933" cy="2332563"/>
            <a:chOff x="2762865" y="1883017"/>
            <a:chExt cx="6464933" cy="233256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7DE342F-A8B4-52FE-3B46-FB4CBFD687FD}"/>
                </a:ext>
              </a:extLst>
            </p:cNvPr>
            <p:cNvCxnSpPr>
              <a:cxnSpLocks/>
            </p:cNvCxnSpPr>
            <p:nvPr/>
          </p:nvCxnSpPr>
          <p:spPr>
            <a:xfrm>
              <a:off x="2762865" y="3429000"/>
              <a:ext cx="572681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A1F582B-1751-7139-AC76-8370E7DB7BDF}"/>
                </a:ext>
              </a:extLst>
            </p:cNvPr>
            <p:cNvSpPr/>
            <p:nvPr/>
          </p:nvSpPr>
          <p:spPr>
            <a:xfrm>
              <a:off x="3755923" y="2642419"/>
              <a:ext cx="589935" cy="157316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EDA572C-C39E-2593-F9AE-CFF050BCE726}"/>
                </a:ext>
              </a:extLst>
            </p:cNvPr>
            <p:cNvSpPr/>
            <p:nvPr/>
          </p:nvSpPr>
          <p:spPr>
            <a:xfrm>
              <a:off x="6995652" y="2642419"/>
              <a:ext cx="589935" cy="157316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1F5FE41-4E5F-DDEC-6885-920980C103E2}"/>
                </a:ext>
              </a:extLst>
            </p:cNvPr>
            <p:cNvCxnSpPr>
              <a:stCxn id="7" idx="0"/>
              <a:endCxn id="6" idx="0"/>
            </p:cNvCxnSpPr>
            <p:nvPr/>
          </p:nvCxnSpPr>
          <p:spPr>
            <a:xfrm flipH="1">
              <a:off x="4050891" y="2642419"/>
              <a:ext cx="32397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2119710-19D2-687A-D40A-4816AAD9F4C2}"/>
                </a:ext>
              </a:extLst>
            </p:cNvPr>
            <p:cNvCxnSpPr>
              <a:stCxn id="6" idx="4"/>
              <a:endCxn id="7" idx="4"/>
            </p:cNvCxnSpPr>
            <p:nvPr/>
          </p:nvCxnSpPr>
          <p:spPr>
            <a:xfrm>
              <a:off x="4050891" y="4215580"/>
              <a:ext cx="32397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690471F-3550-6E6E-E89D-56FCC20107B7}"/>
                </a:ext>
              </a:extLst>
            </p:cNvPr>
            <p:cNvCxnSpPr>
              <a:cxnSpLocks/>
            </p:cNvCxnSpPr>
            <p:nvPr/>
          </p:nvCxnSpPr>
          <p:spPr>
            <a:xfrm>
              <a:off x="4050891" y="2416275"/>
              <a:ext cx="323972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A493868-AD36-1DB0-38F7-0D709CDFD746}"/>
                </a:ext>
              </a:extLst>
            </p:cNvPr>
            <p:cNvCxnSpPr>
              <a:cxnSpLocks/>
            </p:cNvCxnSpPr>
            <p:nvPr/>
          </p:nvCxnSpPr>
          <p:spPr>
            <a:xfrm>
              <a:off x="3637168" y="2642419"/>
              <a:ext cx="0" cy="71437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E2B9B8D-F4BA-F2A9-C5AF-831F065B5E3D}"/>
                    </a:ext>
                  </a:extLst>
                </p:cNvPr>
                <p:cNvSpPr txBox="1"/>
                <p:nvPr/>
              </p:nvSpPr>
              <p:spPr>
                <a:xfrm>
                  <a:off x="3316827" y="2746567"/>
                  <a:ext cx="253146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LID4096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E2B9B8D-F4BA-F2A9-C5AF-831F065B5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27" y="2746567"/>
                  <a:ext cx="253146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7D97759-4B61-7BF3-38D1-60AC806484F3}"/>
                    </a:ext>
                  </a:extLst>
                </p:cNvPr>
                <p:cNvSpPr txBox="1"/>
                <p:nvPr/>
              </p:nvSpPr>
              <p:spPr>
                <a:xfrm>
                  <a:off x="5448066" y="1985388"/>
                  <a:ext cx="44537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LID4096" sz="28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7D97759-4B61-7BF3-38D1-60AC80648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066" y="1985388"/>
                  <a:ext cx="445378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7F4D5A3-882C-9CB2-4968-573F91037603}"/>
                </a:ext>
              </a:extLst>
            </p:cNvPr>
            <p:cNvCxnSpPr/>
            <p:nvPr/>
          </p:nvCxnSpPr>
          <p:spPr>
            <a:xfrm>
              <a:off x="7350760" y="3169748"/>
              <a:ext cx="87376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D98CD4B-9AD9-2215-0F1A-87735866ADB3}"/>
                </a:ext>
              </a:extLst>
            </p:cNvPr>
            <p:cNvCxnSpPr>
              <a:cxnSpLocks/>
            </p:cNvCxnSpPr>
            <p:nvPr/>
          </p:nvCxnSpPr>
          <p:spPr>
            <a:xfrm>
              <a:off x="3977640" y="3169748"/>
              <a:ext cx="54864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C737181-E7E6-2347-1F07-7E1294F57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3640" y="2062480"/>
              <a:ext cx="0" cy="5383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DFBB06A-F37E-A581-1536-45FF13BEA511}"/>
                    </a:ext>
                  </a:extLst>
                </p:cNvPr>
                <p:cNvSpPr txBox="1"/>
                <p:nvPr/>
              </p:nvSpPr>
              <p:spPr>
                <a:xfrm>
                  <a:off x="4345858" y="2690640"/>
                  <a:ext cx="79630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LID4096" sz="2800" dirty="0">
                    <a:solidFill>
                      <a:srgbClr val="156082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DFBB06A-F37E-A581-1536-45FF13BEA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5858" y="2690640"/>
                  <a:ext cx="796308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3DD69F2-EBE7-EDBB-175A-9CBEB6A28C1B}"/>
                    </a:ext>
                  </a:extLst>
                </p:cNvPr>
                <p:cNvSpPr txBox="1"/>
                <p:nvPr/>
              </p:nvSpPr>
              <p:spPr>
                <a:xfrm>
                  <a:off x="7632618" y="2690639"/>
                  <a:ext cx="159518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rgbClr val="15608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LID4096" sz="2800" dirty="0">
                    <a:solidFill>
                      <a:srgbClr val="156082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3DD69F2-EBE7-EDBB-175A-9CBEB6A28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618" y="2690639"/>
                  <a:ext cx="159518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7F7A30B-CE70-2D5F-F981-4293BF39C0D0}"/>
                    </a:ext>
                  </a:extLst>
                </p:cNvPr>
                <p:cNvSpPr txBox="1"/>
                <p:nvPr/>
              </p:nvSpPr>
              <p:spPr>
                <a:xfrm>
                  <a:off x="6392069" y="1883017"/>
                  <a:ext cx="44044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2800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LID4096" sz="2800" dirty="0">
                    <a:solidFill>
                      <a:srgbClr val="156082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7F7A30B-CE70-2D5F-F981-4293BF39C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2069" y="1883017"/>
                  <a:ext cx="440441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96B09EE-ECD9-0184-3427-9735F341F326}"/>
                    </a:ext>
                  </a:extLst>
                </p:cNvPr>
                <p:cNvSpPr txBox="1"/>
                <p:nvPr/>
              </p:nvSpPr>
              <p:spPr>
                <a:xfrm>
                  <a:off x="8489680" y="3213555"/>
                  <a:ext cx="25301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LID4096" sz="28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96B09EE-ECD9-0184-3427-9735F341F3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9680" y="3213555"/>
                  <a:ext cx="253018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02296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FA5E25-618E-6276-4134-C1B7EF498404}"/>
              </a:ext>
            </a:extLst>
          </p:cNvPr>
          <p:cNvCxnSpPr/>
          <p:nvPr/>
        </p:nvCxnSpPr>
        <p:spPr>
          <a:xfrm flipV="1">
            <a:off x="1607820" y="2415540"/>
            <a:ext cx="4345940" cy="911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6FD193-73CD-E789-2BFD-4EA0C924A293}"/>
              </a:ext>
            </a:extLst>
          </p:cNvPr>
          <p:cNvCxnSpPr>
            <a:cxnSpLocks/>
          </p:cNvCxnSpPr>
          <p:nvPr/>
        </p:nvCxnSpPr>
        <p:spPr>
          <a:xfrm>
            <a:off x="8922795" y="1287044"/>
            <a:ext cx="0" cy="366776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BF8B10-2441-3286-2D6E-CC6A49C35B4D}"/>
              </a:ext>
            </a:extLst>
          </p:cNvPr>
          <p:cNvCxnSpPr/>
          <p:nvPr/>
        </p:nvCxnSpPr>
        <p:spPr>
          <a:xfrm>
            <a:off x="467360" y="3327400"/>
            <a:ext cx="11297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FD32EA-CE08-EB57-4D80-B3CA395BC35A}"/>
                  </a:ext>
                </a:extLst>
              </p:cNvPr>
              <p:cNvSpPr txBox="1"/>
              <p:nvPr/>
            </p:nvSpPr>
            <p:spPr>
              <a:xfrm>
                <a:off x="11602608" y="3327400"/>
                <a:ext cx="162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FD32EA-CE08-EB57-4D80-B3CA395BC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608" y="3327400"/>
                <a:ext cx="162672" cy="276999"/>
              </a:xfrm>
              <a:prstGeom prst="rect">
                <a:avLst/>
              </a:prstGeom>
              <a:blipFill>
                <a:blip r:embed="rId2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0081C8-8B58-165F-68D1-E952C6C00B65}"/>
              </a:ext>
            </a:extLst>
          </p:cNvPr>
          <p:cNvCxnSpPr>
            <a:cxnSpLocks/>
          </p:cNvCxnSpPr>
          <p:nvPr/>
        </p:nvCxnSpPr>
        <p:spPr>
          <a:xfrm flipH="1" flipV="1">
            <a:off x="5953759" y="2415540"/>
            <a:ext cx="5222241" cy="3335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84885F-345B-FB86-4DCC-19E81C9C866B}"/>
              </a:ext>
            </a:extLst>
          </p:cNvPr>
          <p:cNvCxnSpPr>
            <a:cxnSpLocks/>
          </p:cNvCxnSpPr>
          <p:nvPr/>
        </p:nvCxnSpPr>
        <p:spPr>
          <a:xfrm>
            <a:off x="11176000" y="599440"/>
            <a:ext cx="0" cy="557784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349966B-8428-CAC8-A245-CDDE85851EC5}"/>
              </a:ext>
            </a:extLst>
          </p:cNvPr>
          <p:cNvCxnSpPr/>
          <p:nvPr/>
        </p:nvCxnSpPr>
        <p:spPr>
          <a:xfrm>
            <a:off x="11297265" y="3378528"/>
            <a:ext cx="0" cy="2362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7CA234F-20C3-B54E-E379-6C4C0362FB9E}"/>
              </a:ext>
            </a:extLst>
          </p:cNvPr>
          <p:cNvCxnSpPr>
            <a:cxnSpLocks/>
          </p:cNvCxnSpPr>
          <p:nvPr/>
        </p:nvCxnSpPr>
        <p:spPr>
          <a:xfrm>
            <a:off x="9060426" y="3378528"/>
            <a:ext cx="0" cy="94766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FDF5B8-7C3A-8611-9349-D51849DBB7AD}"/>
              </a:ext>
            </a:extLst>
          </p:cNvPr>
          <p:cNvCxnSpPr>
            <a:cxnSpLocks/>
          </p:cNvCxnSpPr>
          <p:nvPr/>
        </p:nvCxnSpPr>
        <p:spPr>
          <a:xfrm>
            <a:off x="9060426" y="3135384"/>
            <a:ext cx="196153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3C94519-14E8-29DF-7BF3-37C174677B53}"/>
              </a:ext>
            </a:extLst>
          </p:cNvPr>
          <p:cNvCxnSpPr>
            <a:cxnSpLocks/>
          </p:cNvCxnSpPr>
          <p:nvPr/>
        </p:nvCxnSpPr>
        <p:spPr>
          <a:xfrm>
            <a:off x="7393940" y="3135384"/>
            <a:ext cx="142067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9E8986D-56A0-5DD7-53E2-1A87F9ED963E}"/>
              </a:ext>
            </a:extLst>
          </p:cNvPr>
          <p:cNvCxnSpPr>
            <a:cxnSpLocks/>
          </p:cNvCxnSpPr>
          <p:nvPr/>
        </p:nvCxnSpPr>
        <p:spPr>
          <a:xfrm>
            <a:off x="6096000" y="3469709"/>
            <a:ext cx="123886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B927B6-1C45-4F7E-7BFE-42A0F404751D}"/>
                  </a:ext>
                </a:extLst>
              </p:cNvPr>
              <p:cNvSpPr txBox="1"/>
              <p:nvPr/>
            </p:nvSpPr>
            <p:spPr>
              <a:xfrm>
                <a:off x="11370740" y="4392480"/>
                <a:ext cx="199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B927B6-1C45-4F7E-7BFE-42A0F4047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740" y="4392480"/>
                <a:ext cx="199798" cy="276999"/>
              </a:xfrm>
              <a:prstGeom prst="rect">
                <a:avLst/>
              </a:prstGeom>
              <a:blipFill>
                <a:blip r:embed="rId3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234D4-1C86-CA0E-91A4-D438B7A69294}"/>
                  </a:ext>
                </a:extLst>
              </p:cNvPr>
              <p:cNvSpPr txBox="1"/>
              <p:nvPr/>
            </p:nvSpPr>
            <p:spPr>
              <a:xfrm>
                <a:off x="9128931" y="3672087"/>
                <a:ext cx="165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1C234D4-1C86-CA0E-91A4-D438B7A69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931" y="3672087"/>
                <a:ext cx="165365" cy="276999"/>
              </a:xfrm>
              <a:prstGeom prst="rect">
                <a:avLst/>
              </a:prstGeom>
              <a:blipFill>
                <a:blip r:embed="rId4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3387B21-2774-A5CE-9FD8-2FB5A8BCE4EF}"/>
              </a:ext>
            </a:extLst>
          </p:cNvPr>
          <p:cNvCxnSpPr>
            <a:cxnSpLocks/>
          </p:cNvCxnSpPr>
          <p:nvPr/>
        </p:nvCxnSpPr>
        <p:spPr>
          <a:xfrm>
            <a:off x="6095999" y="4563466"/>
            <a:ext cx="271862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20257CA-13EC-7895-6BB2-10134C11A7E5}"/>
              </a:ext>
            </a:extLst>
          </p:cNvPr>
          <p:cNvGrpSpPr/>
          <p:nvPr/>
        </p:nvGrpSpPr>
        <p:grpSpPr>
          <a:xfrm>
            <a:off x="8431713" y="2028825"/>
            <a:ext cx="409576" cy="489585"/>
            <a:chOff x="8431713" y="2028825"/>
            <a:chExt cx="409576" cy="48958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4A1B26-1168-1490-0E6E-86E308000411}"/>
                </a:ext>
              </a:extLst>
            </p:cNvPr>
            <p:cNvCxnSpPr/>
            <p:nvPr/>
          </p:nvCxnSpPr>
          <p:spPr>
            <a:xfrm>
              <a:off x="8431714" y="2236470"/>
              <a:ext cx="40957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8EEDEDE-2084-E501-107E-215781D27146}"/>
                </a:ext>
              </a:extLst>
            </p:cNvPr>
            <p:cNvCxnSpPr/>
            <p:nvPr/>
          </p:nvCxnSpPr>
          <p:spPr>
            <a:xfrm>
              <a:off x="8431713" y="2312670"/>
              <a:ext cx="40957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10AE411-26BF-FA68-5C99-81274F3B1D64}"/>
                </a:ext>
              </a:extLst>
            </p:cNvPr>
            <p:cNvCxnSpPr/>
            <p:nvPr/>
          </p:nvCxnSpPr>
          <p:spPr>
            <a:xfrm>
              <a:off x="8636500" y="2028825"/>
              <a:ext cx="0" cy="1943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5141EAC-DC9E-32CC-F780-F4B5DC286B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9540" y="2335530"/>
              <a:ext cx="0" cy="182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E1FCF83-09A6-97EF-1DA8-BB8AB4623CF7}"/>
                  </a:ext>
                </a:extLst>
              </p:cNvPr>
              <p:cNvSpPr txBox="1"/>
              <p:nvPr/>
            </p:nvSpPr>
            <p:spPr>
              <a:xfrm>
                <a:off x="9952848" y="2815574"/>
                <a:ext cx="1868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E1FCF83-09A6-97EF-1DA8-BB8AB4623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848" y="2815574"/>
                <a:ext cx="186846" cy="276999"/>
              </a:xfrm>
              <a:prstGeom prst="rect">
                <a:avLst/>
              </a:prstGeom>
              <a:blipFill>
                <a:blip r:embed="rId5"/>
                <a:stretch>
                  <a:fillRect l="-33333" r="-33333" b="-8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00945E-F23F-CD75-8CFE-74C3032AB420}"/>
                  </a:ext>
                </a:extLst>
              </p:cNvPr>
              <p:cNvSpPr txBox="1"/>
              <p:nvPr/>
            </p:nvSpPr>
            <p:spPr>
              <a:xfrm>
                <a:off x="8024481" y="2854576"/>
                <a:ext cx="1595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00945E-F23F-CD75-8CFE-74C3032A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481" y="2854576"/>
                <a:ext cx="159595" cy="276999"/>
              </a:xfrm>
              <a:prstGeom prst="rect">
                <a:avLst/>
              </a:prstGeom>
              <a:blipFill>
                <a:blip r:embed="rId6"/>
                <a:stretch>
                  <a:fillRect l="-22222" r="-148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E9CB89A-C299-3ED5-76F3-8A9D941B99B7}"/>
                  </a:ext>
                </a:extLst>
              </p:cNvPr>
              <p:cNvSpPr txBox="1"/>
              <p:nvPr/>
            </p:nvSpPr>
            <p:spPr>
              <a:xfrm>
                <a:off x="7358480" y="4282629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E9CB89A-C299-3ED5-76F3-8A9D941B9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480" y="4282629"/>
                <a:ext cx="176587" cy="276999"/>
              </a:xfrm>
              <a:prstGeom prst="rect">
                <a:avLst/>
              </a:prstGeom>
              <a:blipFill>
                <a:blip r:embed="rId7"/>
                <a:stretch>
                  <a:fillRect l="-34483" r="-31034" b="-8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FA263CE-120B-00AC-D081-0B959CDBE50A}"/>
                  </a:ext>
                </a:extLst>
              </p:cNvPr>
              <p:cNvSpPr txBox="1"/>
              <p:nvPr/>
            </p:nvSpPr>
            <p:spPr>
              <a:xfrm>
                <a:off x="6669591" y="3497265"/>
                <a:ext cx="218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FA263CE-120B-00AC-D081-0B959CDB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591" y="3497265"/>
                <a:ext cx="218008" cy="276999"/>
              </a:xfrm>
              <a:prstGeom prst="rect">
                <a:avLst/>
              </a:prstGeom>
              <a:blipFill>
                <a:blip r:embed="rId8"/>
                <a:stretch>
                  <a:fillRect l="-30556" t="-4444" r="-30556" b="-1111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88F2507-5613-CE5C-32AB-8BFD558BB10E}"/>
                  </a:ext>
                </a:extLst>
              </p:cNvPr>
              <p:cNvSpPr txBox="1"/>
              <p:nvPr/>
            </p:nvSpPr>
            <p:spPr>
              <a:xfrm>
                <a:off x="3610865" y="3471692"/>
                <a:ext cx="162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88F2507-5613-CE5C-32AB-8BFD558BB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865" y="3471692"/>
                <a:ext cx="162673" cy="276999"/>
              </a:xfrm>
              <a:prstGeom prst="rect">
                <a:avLst/>
              </a:prstGeom>
              <a:blipFill>
                <a:blip r:embed="rId9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9E7DD66-C329-0634-EE57-14EA3F32E17C}"/>
              </a:ext>
            </a:extLst>
          </p:cNvPr>
          <p:cNvCxnSpPr>
            <a:cxnSpLocks/>
          </p:cNvCxnSpPr>
          <p:nvPr/>
        </p:nvCxnSpPr>
        <p:spPr>
          <a:xfrm>
            <a:off x="1607820" y="3444441"/>
            <a:ext cx="420304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AE5F0D1-7D32-15CF-91C9-BD622E6CC97D}"/>
                  </a:ext>
                </a:extLst>
              </p:cNvPr>
              <p:cNvSpPr txBox="1"/>
              <p:nvPr/>
            </p:nvSpPr>
            <p:spPr>
              <a:xfrm>
                <a:off x="8132994" y="2138541"/>
                <a:ext cx="2555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AE5F0D1-7D32-15CF-91C9-BD622E6CC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994" y="2138541"/>
                <a:ext cx="255583" cy="276999"/>
              </a:xfrm>
              <a:prstGeom prst="rect">
                <a:avLst/>
              </a:prstGeom>
              <a:blipFill>
                <a:blip r:embed="rId10"/>
                <a:stretch>
                  <a:fillRect l="-14286" r="-9524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96D89882-FD95-DF98-4B40-2B22B7E3D231}"/>
              </a:ext>
            </a:extLst>
          </p:cNvPr>
          <p:cNvSpPr txBox="1"/>
          <p:nvPr/>
        </p:nvSpPr>
        <p:spPr>
          <a:xfrm>
            <a:off x="4929399" y="1215577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156082"/>
                </a:solidFill>
              </a:rPr>
              <a:t>Lens</a:t>
            </a:r>
            <a:endParaRPr lang="LID4096" dirty="0">
              <a:solidFill>
                <a:srgbClr val="15608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088EE9-B7EC-D75C-2437-561A65AFD7F9}"/>
              </a:ext>
            </a:extLst>
          </p:cNvPr>
          <p:cNvSpPr txBox="1"/>
          <p:nvPr/>
        </p:nvSpPr>
        <p:spPr>
          <a:xfrm>
            <a:off x="7913869" y="914799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Mesh grating</a:t>
            </a:r>
            <a:endParaRPr lang="LID4096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F871BA-F649-D169-F678-1281C78875D1}"/>
              </a:ext>
            </a:extLst>
          </p:cNvPr>
          <p:cNvSpPr txBox="1"/>
          <p:nvPr/>
        </p:nvSpPr>
        <p:spPr>
          <a:xfrm>
            <a:off x="10151640" y="230108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FF00"/>
                </a:solidFill>
              </a:rPr>
              <a:t>Detector</a:t>
            </a:r>
            <a:endParaRPr lang="LID4096" dirty="0">
              <a:solidFill>
                <a:srgbClr val="FFFF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212DEE-D4B7-DD5F-8D1E-CE8D73CC6A2C}"/>
              </a:ext>
            </a:extLst>
          </p:cNvPr>
          <p:cNvCxnSpPr/>
          <p:nvPr/>
        </p:nvCxnSpPr>
        <p:spPr>
          <a:xfrm>
            <a:off x="5953760" y="1534160"/>
            <a:ext cx="0" cy="3423920"/>
          </a:xfrm>
          <a:prstGeom prst="straightConnector1">
            <a:avLst/>
          </a:prstGeom>
          <a:ln w="76200">
            <a:solidFill>
              <a:srgbClr val="00206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5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F699-B4A0-09EB-79E1-0872C34E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0B852C-27A9-A645-4F03-20177DD955C5}"/>
              </a:ext>
            </a:extLst>
          </p:cNvPr>
          <p:cNvCxnSpPr>
            <a:cxnSpLocks/>
          </p:cNvCxnSpPr>
          <p:nvPr/>
        </p:nvCxnSpPr>
        <p:spPr>
          <a:xfrm>
            <a:off x="467360" y="2415540"/>
            <a:ext cx="54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6D12D5-B519-37F8-3331-C821A113C58E}"/>
              </a:ext>
            </a:extLst>
          </p:cNvPr>
          <p:cNvCxnSpPr>
            <a:cxnSpLocks/>
          </p:cNvCxnSpPr>
          <p:nvPr/>
        </p:nvCxnSpPr>
        <p:spPr>
          <a:xfrm>
            <a:off x="8922795" y="1287044"/>
            <a:ext cx="0" cy="366776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675030-9BF8-3616-6D35-F4DAA72130FB}"/>
              </a:ext>
            </a:extLst>
          </p:cNvPr>
          <p:cNvCxnSpPr/>
          <p:nvPr/>
        </p:nvCxnSpPr>
        <p:spPr>
          <a:xfrm>
            <a:off x="467360" y="3327400"/>
            <a:ext cx="11297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2CA670-2660-0ADB-8AB9-32C32F546A38}"/>
                  </a:ext>
                </a:extLst>
              </p:cNvPr>
              <p:cNvSpPr txBox="1"/>
              <p:nvPr/>
            </p:nvSpPr>
            <p:spPr>
              <a:xfrm>
                <a:off x="11602608" y="3327400"/>
                <a:ext cx="162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2CA670-2660-0ADB-8AB9-32C32F546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608" y="3327400"/>
                <a:ext cx="162672" cy="276999"/>
              </a:xfrm>
              <a:prstGeom prst="rect">
                <a:avLst/>
              </a:prstGeom>
              <a:blipFill>
                <a:blip r:embed="rId2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9C5441-2C34-3D3C-FCFA-306DD2203637}"/>
              </a:ext>
            </a:extLst>
          </p:cNvPr>
          <p:cNvCxnSpPr>
            <a:cxnSpLocks/>
          </p:cNvCxnSpPr>
          <p:nvPr/>
        </p:nvCxnSpPr>
        <p:spPr>
          <a:xfrm flipH="1" flipV="1">
            <a:off x="5953759" y="2415540"/>
            <a:ext cx="5222241" cy="3335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CE583B-0131-2F7F-A07E-2D67EE5C79D4}"/>
              </a:ext>
            </a:extLst>
          </p:cNvPr>
          <p:cNvCxnSpPr>
            <a:cxnSpLocks/>
          </p:cNvCxnSpPr>
          <p:nvPr/>
        </p:nvCxnSpPr>
        <p:spPr>
          <a:xfrm>
            <a:off x="11176000" y="599440"/>
            <a:ext cx="0" cy="557784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D5CC7AA-A3F5-FE43-5FB3-83B72B5EC1AB}"/>
              </a:ext>
            </a:extLst>
          </p:cNvPr>
          <p:cNvCxnSpPr/>
          <p:nvPr/>
        </p:nvCxnSpPr>
        <p:spPr>
          <a:xfrm>
            <a:off x="11297265" y="3378528"/>
            <a:ext cx="0" cy="2362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EFF64AC-09C6-39CD-8CF7-356CD5A125D9}"/>
              </a:ext>
            </a:extLst>
          </p:cNvPr>
          <p:cNvCxnSpPr>
            <a:cxnSpLocks/>
          </p:cNvCxnSpPr>
          <p:nvPr/>
        </p:nvCxnSpPr>
        <p:spPr>
          <a:xfrm>
            <a:off x="9060426" y="3378528"/>
            <a:ext cx="0" cy="94766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8FFD57-AECE-B40F-CFE8-A2FC0B5A68C8}"/>
              </a:ext>
            </a:extLst>
          </p:cNvPr>
          <p:cNvCxnSpPr>
            <a:cxnSpLocks/>
          </p:cNvCxnSpPr>
          <p:nvPr/>
        </p:nvCxnSpPr>
        <p:spPr>
          <a:xfrm>
            <a:off x="9060426" y="3135384"/>
            <a:ext cx="196153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F952A25-55CC-D032-315F-A2AD25803A4A}"/>
              </a:ext>
            </a:extLst>
          </p:cNvPr>
          <p:cNvCxnSpPr>
            <a:cxnSpLocks/>
          </p:cNvCxnSpPr>
          <p:nvPr/>
        </p:nvCxnSpPr>
        <p:spPr>
          <a:xfrm>
            <a:off x="7393940" y="3135384"/>
            <a:ext cx="142067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ECE4885-1ABE-9F88-4467-BC17077798AE}"/>
              </a:ext>
            </a:extLst>
          </p:cNvPr>
          <p:cNvCxnSpPr>
            <a:cxnSpLocks/>
          </p:cNvCxnSpPr>
          <p:nvPr/>
        </p:nvCxnSpPr>
        <p:spPr>
          <a:xfrm>
            <a:off x="6096000" y="3469709"/>
            <a:ext cx="123886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03D8316-4455-E1F9-8D38-5EEDDCB2BA7E}"/>
                  </a:ext>
                </a:extLst>
              </p:cNvPr>
              <p:cNvSpPr txBox="1"/>
              <p:nvPr/>
            </p:nvSpPr>
            <p:spPr>
              <a:xfrm>
                <a:off x="11370740" y="4392480"/>
                <a:ext cx="199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03D8316-4455-E1F9-8D38-5EEDDCB2B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740" y="4392480"/>
                <a:ext cx="199798" cy="276999"/>
              </a:xfrm>
              <a:prstGeom prst="rect">
                <a:avLst/>
              </a:prstGeom>
              <a:blipFill>
                <a:blip r:embed="rId3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C0D8149-1AF8-7BD8-F073-7FEA1EA8A08D}"/>
                  </a:ext>
                </a:extLst>
              </p:cNvPr>
              <p:cNvSpPr txBox="1"/>
              <p:nvPr/>
            </p:nvSpPr>
            <p:spPr>
              <a:xfrm>
                <a:off x="9128931" y="3672087"/>
                <a:ext cx="165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C0D8149-1AF8-7BD8-F073-7FEA1EA8A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931" y="3672087"/>
                <a:ext cx="165365" cy="276999"/>
              </a:xfrm>
              <a:prstGeom prst="rect">
                <a:avLst/>
              </a:prstGeom>
              <a:blipFill>
                <a:blip r:embed="rId4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7A829F7-F07A-378F-0407-A68B99BC53EF}"/>
              </a:ext>
            </a:extLst>
          </p:cNvPr>
          <p:cNvGrpSpPr/>
          <p:nvPr/>
        </p:nvGrpSpPr>
        <p:grpSpPr>
          <a:xfrm>
            <a:off x="8431713" y="2028825"/>
            <a:ext cx="409576" cy="489585"/>
            <a:chOff x="8431713" y="2028825"/>
            <a:chExt cx="409576" cy="48958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2AD90E2-BB3F-BA3B-E80E-5E3F67008D3C}"/>
                </a:ext>
              </a:extLst>
            </p:cNvPr>
            <p:cNvCxnSpPr/>
            <p:nvPr/>
          </p:nvCxnSpPr>
          <p:spPr>
            <a:xfrm>
              <a:off x="8431714" y="2236470"/>
              <a:ext cx="40957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1F25D09-5401-7E24-99B4-381BA5A4AF5A}"/>
                </a:ext>
              </a:extLst>
            </p:cNvPr>
            <p:cNvCxnSpPr/>
            <p:nvPr/>
          </p:nvCxnSpPr>
          <p:spPr>
            <a:xfrm>
              <a:off x="8431713" y="2312670"/>
              <a:ext cx="40957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A68FA19-3D1F-2A34-40C8-CD1CE77DB81F}"/>
                </a:ext>
              </a:extLst>
            </p:cNvPr>
            <p:cNvCxnSpPr/>
            <p:nvPr/>
          </p:nvCxnSpPr>
          <p:spPr>
            <a:xfrm>
              <a:off x="8636500" y="2028825"/>
              <a:ext cx="0" cy="1943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B328FB7-B53B-3974-8372-6503F813EB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9540" y="2335530"/>
              <a:ext cx="0" cy="182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52A9D13-EDC7-D94C-B3B8-DB3A63AC52A2}"/>
                  </a:ext>
                </a:extLst>
              </p:cNvPr>
              <p:cNvSpPr txBox="1"/>
              <p:nvPr/>
            </p:nvSpPr>
            <p:spPr>
              <a:xfrm>
                <a:off x="9952848" y="2815574"/>
                <a:ext cx="1868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52A9D13-EDC7-D94C-B3B8-DB3A63AC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848" y="2815574"/>
                <a:ext cx="186846" cy="276999"/>
              </a:xfrm>
              <a:prstGeom prst="rect">
                <a:avLst/>
              </a:prstGeom>
              <a:blipFill>
                <a:blip r:embed="rId5"/>
                <a:stretch>
                  <a:fillRect l="-33333" r="-33333" b="-8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9E12CF-F011-95C0-11C7-B255F00995F6}"/>
                  </a:ext>
                </a:extLst>
              </p:cNvPr>
              <p:cNvSpPr txBox="1"/>
              <p:nvPr/>
            </p:nvSpPr>
            <p:spPr>
              <a:xfrm>
                <a:off x="8024481" y="2854576"/>
                <a:ext cx="1595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9E12CF-F011-95C0-11C7-B255F0099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481" y="2854576"/>
                <a:ext cx="159595" cy="276999"/>
              </a:xfrm>
              <a:prstGeom prst="rect">
                <a:avLst/>
              </a:prstGeom>
              <a:blipFill>
                <a:blip r:embed="rId6"/>
                <a:stretch>
                  <a:fillRect l="-22222" r="-148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7A4A319-2110-53D4-859D-09089FE87CD2}"/>
                  </a:ext>
                </a:extLst>
              </p:cNvPr>
              <p:cNvSpPr txBox="1"/>
              <p:nvPr/>
            </p:nvSpPr>
            <p:spPr>
              <a:xfrm>
                <a:off x="6669591" y="3497265"/>
                <a:ext cx="1798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7A4A319-2110-53D4-859D-09089FE87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591" y="3497265"/>
                <a:ext cx="179857" cy="276999"/>
              </a:xfrm>
              <a:prstGeom prst="rect">
                <a:avLst/>
              </a:prstGeom>
              <a:blipFill>
                <a:blip r:embed="rId7"/>
                <a:stretch>
                  <a:fillRect l="-46667" t="-4444" r="-43333" b="-3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11EF41B-A340-9CEE-231A-7EE4F62AAE64}"/>
                  </a:ext>
                </a:extLst>
              </p:cNvPr>
              <p:cNvSpPr txBox="1"/>
              <p:nvPr/>
            </p:nvSpPr>
            <p:spPr>
              <a:xfrm>
                <a:off x="8132994" y="2138541"/>
                <a:ext cx="2555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11EF41B-A340-9CEE-231A-7EE4F62AA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994" y="2138541"/>
                <a:ext cx="255583" cy="276999"/>
              </a:xfrm>
              <a:prstGeom prst="rect">
                <a:avLst/>
              </a:prstGeom>
              <a:blipFill>
                <a:blip r:embed="rId8"/>
                <a:stretch>
                  <a:fillRect l="-14286" r="-9524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E93FEBD8-6CA3-AB4C-A92E-9C3969E28B3F}"/>
              </a:ext>
            </a:extLst>
          </p:cNvPr>
          <p:cNvSpPr txBox="1"/>
          <p:nvPr/>
        </p:nvSpPr>
        <p:spPr>
          <a:xfrm>
            <a:off x="4929399" y="1215577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156082"/>
                </a:solidFill>
              </a:rPr>
              <a:t>Lens</a:t>
            </a:r>
            <a:endParaRPr lang="LID4096" dirty="0">
              <a:solidFill>
                <a:srgbClr val="15608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66540C-CA37-A5F8-C1A9-3A02A6DB483C}"/>
              </a:ext>
            </a:extLst>
          </p:cNvPr>
          <p:cNvSpPr txBox="1"/>
          <p:nvPr/>
        </p:nvSpPr>
        <p:spPr>
          <a:xfrm>
            <a:off x="7913869" y="914799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Mesh grating</a:t>
            </a:r>
            <a:endParaRPr lang="LID4096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E94B7B-00DC-116F-2B5E-82D6A814A171}"/>
              </a:ext>
            </a:extLst>
          </p:cNvPr>
          <p:cNvSpPr txBox="1"/>
          <p:nvPr/>
        </p:nvSpPr>
        <p:spPr>
          <a:xfrm>
            <a:off x="10151640" y="230108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FF00"/>
                </a:solidFill>
              </a:rPr>
              <a:t>Detector</a:t>
            </a:r>
            <a:endParaRPr lang="LID4096" dirty="0">
              <a:solidFill>
                <a:srgbClr val="FFFF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7AAB17-E69D-E6FF-B1EB-15276A08B71E}"/>
              </a:ext>
            </a:extLst>
          </p:cNvPr>
          <p:cNvCxnSpPr/>
          <p:nvPr/>
        </p:nvCxnSpPr>
        <p:spPr>
          <a:xfrm>
            <a:off x="5953760" y="1534160"/>
            <a:ext cx="0" cy="3423920"/>
          </a:xfrm>
          <a:prstGeom prst="straightConnector1">
            <a:avLst/>
          </a:prstGeom>
          <a:ln w="76200">
            <a:solidFill>
              <a:srgbClr val="00206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A87D555-C8B0-BE47-850E-499FB17A9031}"/>
              </a:ext>
            </a:extLst>
          </p:cNvPr>
          <p:cNvCxnSpPr>
            <a:cxnSpLocks/>
          </p:cNvCxnSpPr>
          <p:nvPr/>
        </p:nvCxnSpPr>
        <p:spPr>
          <a:xfrm>
            <a:off x="6095999" y="4563466"/>
            <a:ext cx="271862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EFFCE8-042D-F242-F0C2-7B1FF9A9A6F4}"/>
                  </a:ext>
                </a:extLst>
              </p:cNvPr>
              <p:cNvSpPr txBox="1"/>
              <p:nvPr/>
            </p:nvSpPr>
            <p:spPr>
              <a:xfrm>
                <a:off x="7358480" y="4282629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EFFCE8-042D-F242-F0C2-7B1FF9A9A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480" y="4282629"/>
                <a:ext cx="176587" cy="276999"/>
              </a:xfrm>
              <a:prstGeom prst="rect">
                <a:avLst/>
              </a:prstGeom>
              <a:blipFill>
                <a:blip r:embed="rId9"/>
                <a:stretch>
                  <a:fillRect l="-34483" r="-31034" b="-8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912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70717-0CBB-EF32-4074-BB0B6FC2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0D5705-1AF0-874F-0B63-867A7F32B6AE}"/>
              </a:ext>
            </a:extLst>
          </p:cNvPr>
          <p:cNvCxnSpPr>
            <a:cxnSpLocks/>
          </p:cNvCxnSpPr>
          <p:nvPr/>
        </p:nvCxnSpPr>
        <p:spPr>
          <a:xfrm flipV="1">
            <a:off x="2621280" y="2700528"/>
            <a:ext cx="1488656" cy="623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0B97CC-1D5B-5B1C-E75B-E3A6C72C29A0}"/>
              </a:ext>
            </a:extLst>
          </p:cNvPr>
          <p:cNvCxnSpPr>
            <a:cxnSpLocks/>
          </p:cNvCxnSpPr>
          <p:nvPr/>
        </p:nvCxnSpPr>
        <p:spPr>
          <a:xfrm>
            <a:off x="8922795" y="1287044"/>
            <a:ext cx="0" cy="366776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3A7A61-BDA7-CFC9-473F-3057AB8DB2C8}"/>
                  </a:ext>
                </a:extLst>
              </p:cNvPr>
              <p:cNvSpPr txBox="1"/>
              <p:nvPr/>
            </p:nvSpPr>
            <p:spPr>
              <a:xfrm>
                <a:off x="11602608" y="3327400"/>
                <a:ext cx="162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3A7A61-BDA7-CFC9-473F-3057AB8DB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608" y="3327400"/>
                <a:ext cx="162672" cy="276999"/>
              </a:xfrm>
              <a:prstGeom prst="rect">
                <a:avLst/>
              </a:prstGeom>
              <a:blipFill>
                <a:blip r:embed="rId3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E42CDF-20F9-F623-4B8E-04FC314EDCEF}"/>
              </a:ext>
            </a:extLst>
          </p:cNvPr>
          <p:cNvCxnSpPr>
            <a:cxnSpLocks/>
          </p:cNvCxnSpPr>
          <p:nvPr/>
        </p:nvCxnSpPr>
        <p:spPr>
          <a:xfrm flipH="1">
            <a:off x="4120315" y="870891"/>
            <a:ext cx="7055684" cy="1824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8F4A7F-79CB-42BC-4189-EFD035E1CEB7}"/>
              </a:ext>
            </a:extLst>
          </p:cNvPr>
          <p:cNvCxnSpPr>
            <a:cxnSpLocks/>
          </p:cNvCxnSpPr>
          <p:nvPr/>
        </p:nvCxnSpPr>
        <p:spPr>
          <a:xfrm>
            <a:off x="11176000" y="599440"/>
            <a:ext cx="0" cy="557784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D7A95B-19B9-D9E5-F212-B2B02F8B3BDE}"/>
              </a:ext>
            </a:extLst>
          </p:cNvPr>
          <p:cNvCxnSpPr>
            <a:cxnSpLocks/>
          </p:cNvCxnSpPr>
          <p:nvPr/>
        </p:nvCxnSpPr>
        <p:spPr>
          <a:xfrm flipV="1">
            <a:off x="11297265" y="914799"/>
            <a:ext cx="0" cy="233132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F2FA174-AF1B-994A-740A-2D4DA9CA6FDB}"/>
              </a:ext>
            </a:extLst>
          </p:cNvPr>
          <p:cNvCxnSpPr>
            <a:cxnSpLocks/>
          </p:cNvCxnSpPr>
          <p:nvPr/>
        </p:nvCxnSpPr>
        <p:spPr>
          <a:xfrm flipV="1">
            <a:off x="9060426" y="1580609"/>
            <a:ext cx="0" cy="17061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AC58A1F-1AC2-7AEE-1997-B0EC7989F05E}"/>
              </a:ext>
            </a:extLst>
          </p:cNvPr>
          <p:cNvCxnSpPr>
            <a:cxnSpLocks/>
          </p:cNvCxnSpPr>
          <p:nvPr/>
        </p:nvCxnSpPr>
        <p:spPr>
          <a:xfrm>
            <a:off x="9060426" y="3465899"/>
            <a:ext cx="196153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3984BF-6597-7766-3A48-34095F08AE22}"/>
              </a:ext>
            </a:extLst>
          </p:cNvPr>
          <p:cNvCxnSpPr>
            <a:cxnSpLocks/>
          </p:cNvCxnSpPr>
          <p:nvPr/>
        </p:nvCxnSpPr>
        <p:spPr>
          <a:xfrm flipV="1">
            <a:off x="4224129" y="3452184"/>
            <a:ext cx="4598219" cy="398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E45CF60-87B9-0332-C0DE-4DEBB4A39EB8}"/>
              </a:ext>
            </a:extLst>
          </p:cNvPr>
          <p:cNvCxnSpPr>
            <a:cxnSpLocks/>
          </p:cNvCxnSpPr>
          <p:nvPr/>
        </p:nvCxnSpPr>
        <p:spPr>
          <a:xfrm>
            <a:off x="2621280" y="3494248"/>
            <a:ext cx="137965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EA93E31-D849-A809-C4DD-33989A8F8FF9}"/>
                  </a:ext>
                </a:extLst>
              </p:cNvPr>
              <p:cNvSpPr txBox="1"/>
              <p:nvPr/>
            </p:nvSpPr>
            <p:spPr>
              <a:xfrm>
                <a:off x="11388481" y="1987480"/>
                <a:ext cx="199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EA93E31-D849-A809-C4DD-33989A8F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481" y="1987480"/>
                <a:ext cx="199798" cy="276999"/>
              </a:xfrm>
              <a:prstGeom prst="rect">
                <a:avLst/>
              </a:prstGeom>
              <a:blipFill>
                <a:blip r:embed="rId4"/>
                <a:stretch>
                  <a:fillRect l="-27273" r="-27273" b="-8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B458750-D6CD-8AD5-26B0-B7BADB9EF4E0}"/>
                  </a:ext>
                </a:extLst>
              </p:cNvPr>
              <p:cNvSpPr txBox="1"/>
              <p:nvPr/>
            </p:nvSpPr>
            <p:spPr>
              <a:xfrm>
                <a:off x="9120959" y="2325956"/>
                <a:ext cx="165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B458750-D6CD-8AD5-26B0-B7BADB9EF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959" y="2325956"/>
                <a:ext cx="165365" cy="276999"/>
              </a:xfrm>
              <a:prstGeom prst="rect">
                <a:avLst/>
              </a:prstGeom>
              <a:blipFill>
                <a:blip r:embed="rId5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BE5DE534-7C34-C072-71A1-D853AA93CF66}"/>
              </a:ext>
            </a:extLst>
          </p:cNvPr>
          <p:cNvGrpSpPr/>
          <p:nvPr/>
        </p:nvGrpSpPr>
        <p:grpSpPr>
          <a:xfrm>
            <a:off x="8431713" y="2028825"/>
            <a:ext cx="409576" cy="489585"/>
            <a:chOff x="8431713" y="2028825"/>
            <a:chExt cx="409576" cy="48958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FCDDF23-4249-AE85-92E1-834CB7F2EF4F}"/>
                </a:ext>
              </a:extLst>
            </p:cNvPr>
            <p:cNvCxnSpPr/>
            <p:nvPr/>
          </p:nvCxnSpPr>
          <p:spPr>
            <a:xfrm>
              <a:off x="8431714" y="2236470"/>
              <a:ext cx="40957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D32D762-1765-2AD3-B0EC-3F6C060D3242}"/>
                </a:ext>
              </a:extLst>
            </p:cNvPr>
            <p:cNvCxnSpPr/>
            <p:nvPr/>
          </p:nvCxnSpPr>
          <p:spPr>
            <a:xfrm>
              <a:off x="8431713" y="2312670"/>
              <a:ext cx="40957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D621B7A-6B28-1A30-F380-D0AAC0F58A48}"/>
                </a:ext>
              </a:extLst>
            </p:cNvPr>
            <p:cNvCxnSpPr/>
            <p:nvPr/>
          </p:nvCxnSpPr>
          <p:spPr>
            <a:xfrm>
              <a:off x="8636500" y="2028825"/>
              <a:ext cx="0" cy="1943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21F5040-A316-5A1A-53F2-6A155BB28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9540" y="2335530"/>
              <a:ext cx="0" cy="182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71BEB97-062C-3C57-A18A-F07F83C0BD57}"/>
                  </a:ext>
                </a:extLst>
              </p:cNvPr>
              <p:cNvSpPr txBox="1"/>
              <p:nvPr/>
            </p:nvSpPr>
            <p:spPr>
              <a:xfrm>
                <a:off x="9947156" y="3523657"/>
                <a:ext cx="1868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71BEB97-062C-3C57-A18A-F07F83C0B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156" y="3523657"/>
                <a:ext cx="186846" cy="276999"/>
              </a:xfrm>
              <a:prstGeom prst="rect">
                <a:avLst/>
              </a:prstGeom>
              <a:blipFill>
                <a:blip r:embed="rId6"/>
                <a:stretch>
                  <a:fillRect l="-33333" r="-33333" b="-8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A9888E-B7EF-2657-44B0-755437B54D1F}"/>
                  </a:ext>
                </a:extLst>
              </p:cNvPr>
              <p:cNvSpPr txBox="1"/>
              <p:nvPr/>
            </p:nvSpPr>
            <p:spPr>
              <a:xfrm>
                <a:off x="6439418" y="3479008"/>
                <a:ext cx="176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A9888E-B7EF-2657-44B0-755437B54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418" y="3479008"/>
                <a:ext cx="176587" cy="276999"/>
              </a:xfrm>
              <a:prstGeom prst="rect">
                <a:avLst/>
              </a:prstGeom>
              <a:blipFill>
                <a:blip r:embed="rId7"/>
                <a:stretch>
                  <a:fillRect l="-34483" r="-31034" b="-888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21B254-B5EA-43B1-746D-4E9C98F0462E}"/>
                  </a:ext>
                </a:extLst>
              </p:cNvPr>
              <p:cNvSpPr txBox="1"/>
              <p:nvPr/>
            </p:nvSpPr>
            <p:spPr>
              <a:xfrm>
                <a:off x="3236364" y="3503227"/>
                <a:ext cx="162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21B254-B5EA-43B1-746D-4E9C98F04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364" y="3503227"/>
                <a:ext cx="162673" cy="276999"/>
              </a:xfrm>
              <a:prstGeom prst="rect">
                <a:avLst/>
              </a:prstGeom>
              <a:blipFill>
                <a:blip r:embed="rId8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153691D-A863-7E61-F2C7-016A825544F9}"/>
                  </a:ext>
                </a:extLst>
              </p:cNvPr>
              <p:cNvSpPr txBox="1"/>
              <p:nvPr/>
            </p:nvSpPr>
            <p:spPr>
              <a:xfrm>
                <a:off x="2692384" y="3817553"/>
                <a:ext cx="218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153691D-A863-7E61-F2C7-016A82554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84" y="3817553"/>
                <a:ext cx="218008" cy="276999"/>
              </a:xfrm>
              <a:prstGeom prst="rect">
                <a:avLst/>
              </a:prstGeom>
              <a:blipFill>
                <a:blip r:embed="rId9"/>
                <a:stretch>
                  <a:fillRect l="-31429" t="-4348" r="-34286" b="-869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4CB066C-18AF-E4F9-4435-5C6D2A75FAE7}"/>
              </a:ext>
            </a:extLst>
          </p:cNvPr>
          <p:cNvCxnSpPr>
            <a:cxnSpLocks/>
          </p:cNvCxnSpPr>
          <p:nvPr/>
        </p:nvCxnSpPr>
        <p:spPr>
          <a:xfrm>
            <a:off x="1752733" y="3789205"/>
            <a:ext cx="222696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3D5ED93-29D8-9766-5ECF-876ECAC3D14C}"/>
                  </a:ext>
                </a:extLst>
              </p:cNvPr>
              <p:cNvSpPr txBox="1"/>
              <p:nvPr/>
            </p:nvSpPr>
            <p:spPr>
              <a:xfrm>
                <a:off x="8132994" y="2138541"/>
                <a:ext cx="2555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3D5ED93-29D8-9766-5ECF-876ECAC3D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994" y="2138541"/>
                <a:ext cx="255583" cy="276999"/>
              </a:xfrm>
              <a:prstGeom prst="rect">
                <a:avLst/>
              </a:prstGeom>
              <a:blipFill>
                <a:blip r:embed="rId10"/>
                <a:stretch>
                  <a:fillRect l="-14286" r="-9524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B03DC5D-F6CD-7670-7632-C34B661076B3}"/>
              </a:ext>
            </a:extLst>
          </p:cNvPr>
          <p:cNvSpPr txBox="1"/>
          <p:nvPr/>
        </p:nvSpPr>
        <p:spPr>
          <a:xfrm>
            <a:off x="3070145" y="1211277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156082"/>
                </a:solidFill>
              </a:rPr>
              <a:t>Lens</a:t>
            </a:r>
            <a:endParaRPr lang="LID4096" dirty="0">
              <a:solidFill>
                <a:srgbClr val="15608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9534AE-DFC3-59CF-3D95-59915FB40CA4}"/>
              </a:ext>
            </a:extLst>
          </p:cNvPr>
          <p:cNvSpPr txBox="1"/>
          <p:nvPr/>
        </p:nvSpPr>
        <p:spPr>
          <a:xfrm>
            <a:off x="7913869" y="914799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Mesh grating</a:t>
            </a:r>
            <a:endParaRPr lang="LID4096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CE2B58-F4B0-B2DA-739A-E501BFBE610D}"/>
              </a:ext>
            </a:extLst>
          </p:cNvPr>
          <p:cNvSpPr txBox="1"/>
          <p:nvPr/>
        </p:nvSpPr>
        <p:spPr>
          <a:xfrm>
            <a:off x="10151640" y="230108"/>
            <a:ext cx="204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FF00"/>
                </a:solidFill>
              </a:rPr>
              <a:t>Detector</a:t>
            </a:r>
            <a:endParaRPr lang="LID4096" dirty="0">
              <a:solidFill>
                <a:srgbClr val="FFFF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447EFE-23C9-DD59-9F3E-5BF26F8546F8}"/>
              </a:ext>
            </a:extLst>
          </p:cNvPr>
          <p:cNvCxnSpPr>
            <a:cxnSpLocks/>
          </p:cNvCxnSpPr>
          <p:nvPr/>
        </p:nvCxnSpPr>
        <p:spPr>
          <a:xfrm flipV="1">
            <a:off x="1752733" y="2696960"/>
            <a:ext cx="2367582" cy="6286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990E70-7FCD-0E25-3768-1759C865D101}"/>
              </a:ext>
            </a:extLst>
          </p:cNvPr>
          <p:cNvCxnSpPr/>
          <p:nvPr/>
        </p:nvCxnSpPr>
        <p:spPr>
          <a:xfrm>
            <a:off x="467360" y="3327400"/>
            <a:ext cx="11297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B5CD8D-88B8-71FB-CD55-64DD745F0A53}"/>
              </a:ext>
            </a:extLst>
          </p:cNvPr>
          <p:cNvCxnSpPr/>
          <p:nvPr/>
        </p:nvCxnSpPr>
        <p:spPr>
          <a:xfrm>
            <a:off x="4115125" y="1534160"/>
            <a:ext cx="0" cy="3423920"/>
          </a:xfrm>
          <a:prstGeom prst="straightConnector1">
            <a:avLst/>
          </a:prstGeom>
          <a:ln w="76200">
            <a:solidFill>
              <a:srgbClr val="00206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47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19225-A821-6511-73FB-5776772B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D8BFA7E1-28A0-733E-03C6-FF3E987D0ED4}"/>
              </a:ext>
            </a:extLst>
          </p:cNvPr>
          <p:cNvGrpSpPr/>
          <p:nvPr/>
        </p:nvGrpSpPr>
        <p:grpSpPr>
          <a:xfrm>
            <a:off x="7059561" y="521937"/>
            <a:ext cx="3959760" cy="5646909"/>
            <a:chOff x="4296697" y="600595"/>
            <a:chExt cx="3959760" cy="564690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D3D9928-B583-C170-569B-4CF753E72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58"/>
            <a:stretch>
              <a:fillRect/>
            </a:stretch>
          </p:blipFill>
          <p:spPr>
            <a:xfrm>
              <a:off x="4296697" y="600595"/>
              <a:ext cx="3959760" cy="5646909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5787407-41BF-B9B0-EC6F-3C92C3FB1ADC}"/>
                </a:ext>
              </a:extLst>
            </p:cNvPr>
            <p:cNvGrpSpPr/>
            <p:nvPr/>
          </p:nvGrpSpPr>
          <p:grpSpPr>
            <a:xfrm>
              <a:off x="4868418" y="1066860"/>
              <a:ext cx="2663190" cy="4710537"/>
              <a:chOff x="4891278" y="1066860"/>
              <a:chExt cx="2663190" cy="471053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6926AE-CF8C-160B-EDDA-30A379381AD5}"/>
                  </a:ext>
                </a:extLst>
              </p:cNvPr>
              <p:cNvGrpSpPr/>
              <p:nvPr/>
            </p:nvGrpSpPr>
            <p:grpSpPr>
              <a:xfrm>
                <a:off x="4891278" y="1066860"/>
                <a:ext cx="2663190" cy="2370522"/>
                <a:chOff x="4891278" y="1066860"/>
                <a:chExt cx="2663190" cy="2370522"/>
              </a:xfrm>
            </p:grpSpPr>
            <p:sp>
              <p:nvSpPr>
                <p:cNvPr id="5" name="Free-form: Shape 4">
                  <a:extLst>
                    <a:ext uri="{FF2B5EF4-FFF2-40B4-BE49-F238E27FC236}">
                      <a16:creationId xmlns:a16="http://schemas.microsoft.com/office/drawing/2014/main" id="{B889DF4A-EEFE-F5E7-CDF8-0802A4B8B3CA}"/>
                    </a:ext>
                  </a:extLst>
                </p:cNvPr>
                <p:cNvSpPr/>
                <p:nvPr/>
              </p:nvSpPr>
              <p:spPr>
                <a:xfrm>
                  <a:off x="4891278" y="1066860"/>
                  <a:ext cx="2663190" cy="236671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86050 w 2690236"/>
                    <a:gd name="csY0" fmla="*/ 2201162 h 2201162"/>
                    <a:gd name="csX1" fmla="*/ 2576322 w 2690236"/>
                    <a:gd name="csY1" fmla="*/ 329690 h 2201162"/>
                    <a:gd name="csX2" fmla="*/ 1796034 w 2690236"/>
                    <a:gd name="csY2" fmla="*/ 506 h 2201162"/>
                    <a:gd name="csX3" fmla="*/ 1070610 w 2690236"/>
                    <a:gd name="csY3" fmla="*/ 274826 h 2201162"/>
                    <a:gd name="csX4" fmla="*/ 528066 w 2690236"/>
                    <a:gd name="csY4" fmla="*/ 1006346 h 2201162"/>
                    <a:gd name="csX5" fmla="*/ 0 w 2690236"/>
                    <a:gd name="csY5" fmla="*/ 2065526 h 2201162"/>
                    <a:gd name="csX0" fmla="*/ 2686050 w 2690236"/>
                    <a:gd name="csY0" fmla="*/ 2203943 h 2203943"/>
                    <a:gd name="csX1" fmla="*/ 2576322 w 2690236"/>
                    <a:gd name="csY1" fmla="*/ 332471 h 2203943"/>
                    <a:gd name="csX2" fmla="*/ 1796034 w 2690236"/>
                    <a:gd name="csY2" fmla="*/ 3287 h 2203943"/>
                    <a:gd name="csX3" fmla="*/ 1090930 w 2690236"/>
                    <a:gd name="csY3" fmla="*/ 216647 h 2203943"/>
                    <a:gd name="csX4" fmla="*/ 528066 w 2690236"/>
                    <a:gd name="csY4" fmla="*/ 1009127 h 2203943"/>
                    <a:gd name="csX5" fmla="*/ 0 w 2690236"/>
                    <a:gd name="csY5" fmla="*/ 2068307 h 2203943"/>
                    <a:gd name="csX0" fmla="*/ 2686050 w 2690236"/>
                    <a:gd name="csY0" fmla="*/ 2203036 h 2203036"/>
                    <a:gd name="csX1" fmla="*/ 2576322 w 2690236"/>
                    <a:gd name="csY1" fmla="*/ 331564 h 2203036"/>
                    <a:gd name="csX2" fmla="*/ 1796034 w 2690236"/>
                    <a:gd name="csY2" fmla="*/ 2380 h 2203036"/>
                    <a:gd name="csX3" fmla="*/ 1090930 w 2690236"/>
                    <a:gd name="csY3" fmla="*/ 215740 h 2203036"/>
                    <a:gd name="csX4" fmla="*/ 528066 w 2690236"/>
                    <a:gd name="csY4" fmla="*/ 1008220 h 2203036"/>
                    <a:gd name="csX5" fmla="*/ 0 w 2690236"/>
                    <a:gd name="csY5" fmla="*/ 2067400 h 2203036"/>
                    <a:gd name="csX0" fmla="*/ 2686050 w 2690236"/>
                    <a:gd name="csY0" fmla="*/ 2248905 h 2248905"/>
                    <a:gd name="csX1" fmla="*/ 2576322 w 2690236"/>
                    <a:gd name="csY1" fmla="*/ 377433 h 2248905"/>
                    <a:gd name="csX2" fmla="*/ 1796034 w 2690236"/>
                    <a:gd name="csY2" fmla="*/ 48249 h 2248905"/>
                    <a:gd name="csX3" fmla="*/ 528066 w 2690236"/>
                    <a:gd name="csY3" fmla="*/ 1054089 h 2248905"/>
                    <a:gd name="csX4" fmla="*/ 0 w 2690236"/>
                    <a:gd name="csY4" fmla="*/ 2113269 h 2248905"/>
                    <a:gd name="csX0" fmla="*/ 2686050 w 2690236"/>
                    <a:gd name="csY0" fmla="*/ 2210239 h 2210239"/>
                    <a:gd name="csX1" fmla="*/ 2576322 w 2690236"/>
                    <a:gd name="csY1" fmla="*/ 338767 h 2210239"/>
                    <a:gd name="csX2" fmla="*/ 1796034 w 2690236"/>
                    <a:gd name="csY2" fmla="*/ 9583 h 2210239"/>
                    <a:gd name="csX3" fmla="*/ 931926 w 2690236"/>
                    <a:gd name="csY3" fmla="*/ 470593 h 2210239"/>
                    <a:gd name="csX4" fmla="*/ 0 w 2690236"/>
                    <a:gd name="csY4" fmla="*/ 2074603 h 2210239"/>
                    <a:gd name="csX0" fmla="*/ 2686050 w 2690236"/>
                    <a:gd name="csY0" fmla="*/ 2206931 h 2206931"/>
                    <a:gd name="csX1" fmla="*/ 2576322 w 2690236"/>
                    <a:gd name="csY1" fmla="*/ 335459 h 2206931"/>
                    <a:gd name="csX2" fmla="*/ 1796034 w 2690236"/>
                    <a:gd name="csY2" fmla="*/ 6275 h 2206931"/>
                    <a:gd name="csX3" fmla="*/ 935736 w 2690236"/>
                    <a:gd name="csY3" fmla="*/ 417755 h 2206931"/>
                    <a:gd name="csX4" fmla="*/ 0 w 2690236"/>
                    <a:gd name="csY4" fmla="*/ 2071295 h 2206931"/>
                    <a:gd name="csX0" fmla="*/ 2686050 w 2690384"/>
                    <a:gd name="csY0" fmla="*/ 2275369 h 2275369"/>
                    <a:gd name="csX1" fmla="*/ 2576322 w 2690384"/>
                    <a:gd name="csY1" fmla="*/ 403897 h 2275369"/>
                    <a:gd name="csX2" fmla="*/ 1792224 w 2690384"/>
                    <a:gd name="csY2" fmla="*/ 2323 h 2275369"/>
                    <a:gd name="csX3" fmla="*/ 935736 w 2690384"/>
                    <a:gd name="csY3" fmla="*/ 486193 h 2275369"/>
                    <a:gd name="csX4" fmla="*/ 0 w 2690384"/>
                    <a:gd name="csY4" fmla="*/ 2139733 h 2275369"/>
                    <a:gd name="csX0" fmla="*/ 2686050 w 2690384"/>
                    <a:gd name="csY0" fmla="*/ 2264266 h 2264266"/>
                    <a:gd name="csX1" fmla="*/ 2576322 w 2690384"/>
                    <a:gd name="csY1" fmla="*/ 392794 h 2264266"/>
                    <a:gd name="csX2" fmla="*/ 1792224 w 2690384"/>
                    <a:gd name="csY2" fmla="*/ 2650 h 2264266"/>
                    <a:gd name="csX3" fmla="*/ 935736 w 2690384"/>
                    <a:gd name="csY3" fmla="*/ 475090 h 2264266"/>
                    <a:gd name="csX4" fmla="*/ 0 w 2690384"/>
                    <a:gd name="csY4" fmla="*/ 2128630 h 2264266"/>
                    <a:gd name="csX0" fmla="*/ 2676525 w 2683382"/>
                    <a:gd name="csY0" fmla="*/ 2922789 h 2922789"/>
                    <a:gd name="csX1" fmla="*/ 2576322 w 2683382"/>
                    <a:gd name="csY1" fmla="*/ 403617 h 2922789"/>
                    <a:gd name="csX2" fmla="*/ 1792224 w 2683382"/>
                    <a:gd name="csY2" fmla="*/ 13473 h 2922789"/>
                    <a:gd name="csX3" fmla="*/ 935736 w 2683382"/>
                    <a:gd name="csY3" fmla="*/ 485913 h 2922789"/>
                    <a:gd name="csX4" fmla="*/ 0 w 2683382"/>
                    <a:gd name="csY4" fmla="*/ 2139453 h 2922789"/>
                    <a:gd name="csX0" fmla="*/ 2676525 w 2676806"/>
                    <a:gd name="csY0" fmla="*/ 2922789 h 2922789"/>
                    <a:gd name="csX1" fmla="*/ 2576322 w 2676806"/>
                    <a:gd name="csY1" fmla="*/ 403617 h 2922789"/>
                    <a:gd name="csX2" fmla="*/ 1792224 w 2676806"/>
                    <a:gd name="csY2" fmla="*/ 13473 h 2922789"/>
                    <a:gd name="csX3" fmla="*/ 935736 w 2676806"/>
                    <a:gd name="csY3" fmla="*/ 485913 h 2922789"/>
                    <a:gd name="csX4" fmla="*/ 0 w 2676806"/>
                    <a:gd name="csY4" fmla="*/ 2139453 h 2922789"/>
                    <a:gd name="csX0" fmla="*/ 2676525 w 2676525"/>
                    <a:gd name="csY0" fmla="*/ 2929033 h 2929033"/>
                    <a:gd name="csX1" fmla="*/ 2534412 w 2676525"/>
                    <a:gd name="csY1" fmla="*/ 388906 h 2929033"/>
                    <a:gd name="csX2" fmla="*/ 1792224 w 2676525"/>
                    <a:gd name="csY2" fmla="*/ 19717 h 2929033"/>
                    <a:gd name="csX3" fmla="*/ 935736 w 2676525"/>
                    <a:gd name="csY3" fmla="*/ 492157 h 2929033"/>
                    <a:gd name="csX4" fmla="*/ 0 w 2676525"/>
                    <a:gd name="csY4" fmla="*/ 2145697 h 2929033"/>
                    <a:gd name="csX0" fmla="*/ 2676525 w 2676525"/>
                    <a:gd name="csY0" fmla="*/ 2911869 h 2911869"/>
                    <a:gd name="csX1" fmla="*/ 2534412 w 2676525"/>
                    <a:gd name="csY1" fmla="*/ 371742 h 2911869"/>
                    <a:gd name="csX2" fmla="*/ 1792224 w 2676525"/>
                    <a:gd name="csY2" fmla="*/ 2553 h 2911869"/>
                    <a:gd name="csX3" fmla="*/ 935736 w 2676525"/>
                    <a:gd name="csY3" fmla="*/ 474993 h 2911869"/>
                    <a:gd name="csX4" fmla="*/ 0 w 2676525"/>
                    <a:gd name="csY4" fmla="*/ 2128533 h 2911869"/>
                    <a:gd name="csX0" fmla="*/ 2665095 w 2665095"/>
                    <a:gd name="csY0" fmla="*/ 2927060 h 2927060"/>
                    <a:gd name="csX1" fmla="*/ 2534412 w 2665095"/>
                    <a:gd name="csY1" fmla="*/ 388838 h 2927060"/>
                    <a:gd name="csX2" fmla="*/ 1792224 w 2665095"/>
                    <a:gd name="csY2" fmla="*/ 19649 h 2927060"/>
                    <a:gd name="csX3" fmla="*/ 935736 w 2665095"/>
                    <a:gd name="csY3" fmla="*/ 492089 h 2927060"/>
                    <a:gd name="csX4" fmla="*/ 0 w 2665095"/>
                    <a:gd name="csY4" fmla="*/ 2145629 h 2927060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63190" h="2366712">
                      <a:moveTo>
                        <a:pt x="2663190" y="2366712"/>
                      </a:moveTo>
                      <a:cubicBezTo>
                        <a:pt x="2657348" y="1090235"/>
                        <a:pt x="2679573" y="768671"/>
                        <a:pt x="2534412" y="375225"/>
                      </a:cubicBezTo>
                      <a:cubicBezTo>
                        <a:pt x="2389251" y="-18221"/>
                        <a:pt x="2058670" y="-11172"/>
                        <a:pt x="1792224" y="6036"/>
                      </a:cubicBezTo>
                      <a:cubicBezTo>
                        <a:pt x="1525778" y="23244"/>
                        <a:pt x="1234440" y="124146"/>
                        <a:pt x="935736" y="478476"/>
                      </a:cubicBezTo>
                      <a:cubicBezTo>
                        <a:pt x="637032" y="832806"/>
                        <a:pt x="31242" y="1797752"/>
                        <a:pt x="0" y="2132016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6" name="Free-form: Shape 5">
                  <a:extLst>
                    <a:ext uri="{FF2B5EF4-FFF2-40B4-BE49-F238E27FC236}">
                      <a16:creationId xmlns:a16="http://schemas.microsoft.com/office/drawing/2014/main" id="{D8A3B319-1920-3842-8DE2-A960078DB98B}"/>
                    </a:ext>
                  </a:extLst>
                </p:cNvPr>
                <p:cNvSpPr/>
                <p:nvPr/>
              </p:nvSpPr>
              <p:spPr>
                <a:xfrm>
                  <a:off x="5244587" y="1327100"/>
                  <a:ext cx="2143213" cy="2108377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6077"/>
                    <a:gd name="csY0" fmla="*/ 2353376 h 2353376"/>
                    <a:gd name="csX1" fmla="*/ 2506355 w 2646077"/>
                    <a:gd name="csY1" fmla="*/ 493784 h 2353376"/>
                    <a:gd name="csX2" fmla="*/ 1705276 w 2646077"/>
                    <a:gd name="csY2" fmla="*/ 1242 h 2353376"/>
                    <a:gd name="csX3" fmla="*/ 1045195 w 2646077"/>
                    <a:gd name="csY3" fmla="*/ 435950 h 2353376"/>
                    <a:gd name="csX4" fmla="*/ 556113 w 2646077"/>
                    <a:gd name="csY4" fmla="*/ 1075396 h 2353376"/>
                    <a:gd name="csX5" fmla="*/ 0 w 2646077"/>
                    <a:gd name="csY5" fmla="*/ 2179251 h 2353376"/>
                    <a:gd name="csX0" fmla="*/ 2645784 w 2646077"/>
                    <a:gd name="csY0" fmla="*/ 2352950 h 2352950"/>
                    <a:gd name="csX1" fmla="*/ 2506355 w 2646077"/>
                    <a:gd name="csY1" fmla="*/ 493358 h 2352950"/>
                    <a:gd name="csX2" fmla="*/ 1705276 w 2646077"/>
                    <a:gd name="csY2" fmla="*/ 816 h 2352950"/>
                    <a:gd name="csX3" fmla="*/ 1031574 w 2646077"/>
                    <a:gd name="csY3" fmla="*/ 395427 h 2352950"/>
                    <a:gd name="csX4" fmla="*/ 556113 w 2646077"/>
                    <a:gd name="csY4" fmla="*/ 1074970 h 2352950"/>
                    <a:gd name="csX5" fmla="*/ 0 w 2646077"/>
                    <a:gd name="csY5" fmla="*/ 2178825 h 2352950"/>
                    <a:gd name="csX0" fmla="*/ 2645784 w 2656026"/>
                    <a:gd name="csY0" fmla="*/ 2352391 h 2352391"/>
                    <a:gd name="csX1" fmla="*/ 2547218 w 2656026"/>
                    <a:gd name="csY1" fmla="*/ 448247 h 2352391"/>
                    <a:gd name="csX2" fmla="*/ 1705276 w 2656026"/>
                    <a:gd name="csY2" fmla="*/ 257 h 2352391"/>
                    <a:gd name="csX3" fmla="*/ 1031574 w 2656026"/>
                    <a:gd name="csY3" fmla="*/ 394868 h 2352391"/>
                    <a:gd name="csX4" fmla="*/ 556113 w 2656026"/>
                    <a:gd name="csY4" fmla="*/ 1074411 h 2352391"/>
                    <a:gd name="csX5" fmla="*/ 0 w 2656026"/>
                    <a:gd name="csY5" fmla="*/ 2178266 h 2352391"/>
                    <a:gd name="csX0" fmla="*/ 2645784 w 2656026"/>
                    <a:gd name="csY0" fmla="*/ 2353692 h 2353692"/>
                    <a:gd name="csX1" fmla="*/ 2547218 w 2656026"/>
                    <a:gd name="csY1" fmla="*/ 449548 h 2353692"/>
                    <a:gd name="csX2" fmla="*/ 1705276 w 2656026"/>
                    <a:gd name="csY2" fmla="*/ 1558 h 2353692"/>
                    <a:gd name="csX3" fmla="*/ 1031574 w 2656026"/>
                    <a:gd name="csY3" fmla="*/ 396169 h 2353692"/>
                    <a:gd name="csX4" fmla="*/ 556113 w 2656026"/>
                    <a:gd name="csY4" fmla="*/ 1075712 h 2353692"/>
                    <a:gd name="csX5" fmla="*/ 0 w 2656026"/>
                    <a:gd name="csY5" fmla="*/ 2179567 h 2353692"/>
                    <a:gd name="csX0" fmla="*/ 2645784 w 2654858"/>
                    <a:gd name="csY0" fmla="*/ 2327397 h 2327397"/>
                    <a:gd name="csX1" fmla="*/ 2547218 w 2654858"/>
                    <a:gd name="csY1" fmla="*/ 423253 h 2327397"/>
                    <a:gd name="csX2" fmla="*/ 1727977 w 2654858"/>
                    <a:gd name="csY2" fmla="*/ 1994 h 2327397"/>
                    <a:gd name="csX3" fmla="*/ 1031574 w 2654858"/>
                    <a:gd name="csY3" fmla="*/ 369874 h 2327397"/>
                    <a:gd name="csX4" fmla="*/ 556113 w 2654858"/>
                    <a:gd name="csY4" fmla="*/ 1049417 h 2327397"/>
                    <a:gd name="csX5" fmla="*/ 0 w 2654858"/>
                    <a:gd name="csY5" fmla="*/ 2153272 h 2327397"/>
                    <a:gd name="csX0" fmla="*/ 2645784 w 2654858"/>
                    <a:gd name="csY0" fmla="*/ 2359028 h 2359028"/>
                    <a:gd name="csX1" fmla="*/ 2547218 w 2654858"/>
                    <a:gd name="csY1" fmla="*/ 454884 h 2359028"/>
                    <a:gd name="csX2" fmla="*/ 1727977 w 2654858"/>
                    <a:gd name="csY2" fmla="*/ 33625 h 2359028"/>
                    <a:gd name="csX3" fmla="*/ 556113 w 2654858"/>
                    <a:gd name="csY3" fmla="*/ 1081048 h 2359028"/>
                    <a:gd name="csX4" fmla="*/ 0 w 2654858"/>
                    <a:gd name="csY4" fmla="*/ 2184903 h 2359028"/>
                    <a:gd name="csX0" fmla="*/ 2645784 w 2654858"/>
                    <a:gd name="csY0" fmla="*/ 2335977 h 2335977"/>
                    <a:gd name="csX1" fmla="*/ 2547218 w 2654858"/>
                    <a:gd name="csY1" fmla="*/ 431833 h 2335977"/>
                    <a:gd name="csX2" fmla="*/ 1727977 w 2654858"/>
                    <a:gd name="csY2" fmla="*/ 10574 h 2335977"/>
                    <a:gd name="csX3" fmla="*/ 764966 w 2654858"/>
                    <a:gd name="csY3" fmla="*/ 688214 h 2335977"/>
                    <a:gd name="csX4" fmla="*/ 0 w 2654858"/>
                    <a:gd name="csY4" fmla="*/ 2161852 h 2335977"/>
                    <a:gd name="csX0" fmla="*/ 2645784 w 2654858"/>
                    <a:gd name="csY0" fmla="*/ 2335478 h 2335478"/>
                    <a:gd name="csX1" fmla="*/ 2547218 w 2654858"/>
                    <a:gd name="csY1" fmla="*/ 431334 h 2335478"/>
                    <a:gd name="csX2" fmla="*/ 1727977 w 2654858"/>
                    <a:gd name="csY2" fmla="*/ 10075 h 2335478"/>
                    <a:gd name="csX3" fmla="*/ 692322 w 2654858"/>
                    <a:gd name="csY3" fmla="*/ 678804 h 2335478"/>
                    <a:gd name="csX4" fmla="*/ 0 w 2654858"/>
                    <a:gd name="csY4" fmla="*/ 2161353 h 233547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42265 w 2654858"/>
                    <a:gd name="csY3" fmla="*/ 692921 h 2336228"/>
                    <a:gd name="csX4" fmla="*/ 0 w 2654858"/>
                    <a:gd name="csY4" fmla="*/ 2162103 h 2336228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545898 w 2554972"/>
                    <a:gd name="csY0" fmla="*/ 2345534 h 2345534"/>
                    <a:gd name="csX1" fmla="*/ 2447332 w 2554972"/>
                    <a:gd name="csY1" fmla="*/ 441390 h 2345534"/>
                    <a:gd name="csX2" fmla="*/ 1628091 w 2554972"/>
                    <a:gd name="csY2" fmla="*/ 20131 h 2345534"/>
                    <a:gd name="csX3" fmla="*/ 547033 w 2554972"/>
                    <a:gd name="csY3" fmla="*/ 858159 h 2345534"/>
                    <a:gd name="csX4" fmla="*/ 0 w 2554972"/>
                    <a:gd name="csY4" fmla="*/ 2175865 h 2345534"/>
                    <a:gd name="csX0" fmla="*/ 2530008 w 2544884"/>
                    <a:gd name="csY0" fmla="*/ 3121859 h 3121859"/>
                    <a:gd name="csX1" fmla="*/ 2447332 w 2544884"/>
                    <a:gd name="csY1" fmla="*/ 458099 h 3121859"/>
                    <a:gd name="csX2" fmla="*/ 1628091 w 2544884"/>
                    <a:gd name="csY2" fmla="*/ 36840 h 3121859"/>
                    <a:gd name="csX3" fmla="*/ 547033 w 2544884"/>
                    <a:gd name="csY3" fmla="*/ 874868 h 3121859"/>
                    <a:gd name="csX4" fmla="*/ 0 w 2544884"/>
                    <a:gd name="csY4" fmla="*/ 2192574 h 3121859"/>
                    <a:gd name="csX0" fmla="*/ 2530008 w 2543996"/>
                    <a:gd name="csY0" fmla="*/ 3121859 h 3121859"/>
                    <a:gd name="csX1" fmla="*/ 2447332 w 2543996"/>
                    <a:gd name="csY1" fmla="*/ 458099 h 3121859"/>
                    <a:gd name="csX2" fmla="*/ 1628091 w 2543996"/>
                    <a:gd name="csY2" fmla="*/ 36840 h 3121859"/>
                    <a:gd name="csX3" fmla="*/ 547033 w 2543996"/>
                    <a:gd name="csY3" fmla="*/ 874868 h 3121859"/>
                    <a:gd name="csX4" fmla="*/ 0 w 2543996"/>
                    <a:gd name="csY4" fmla="*/ 2192574 h 3121859"/>
                    <a:gd name="csX0" fmla="*/ 2550439 w 2557108"/>
                    <a:gd name="csY0" fmla="*/ 3131041 h 3131042"/>
                    <a:gd name="csX1" fmla="*/ 2447332 w 2557108"/>
                    <a:gd name="csY1" fmla="*/ 458371 h 3131042"/>
                    <a:gd name="csX2" fmla="*/ 1628091 w 2557108"/>
                    <a:gd name="csY2" fmla="*/ 37112 h 3131042"/>
                    <a:gd name="csX3" fmla="*/ 547033 w 2557108"/>
                    <a:gd name="csY3" fmla="*/ 875140 h 3131042"/>
                    <a:gd name="csX4" fmla="*/ 0 w 2557108"/>
                    <a:gd name="csY4" fmla="*/ 2192846 h 3131042"/>
                    <a:gd name="csX0" fmla="*/ 2545899 w 2554008"/>
                    <a:gd name="csY0" fmla="*/ 2465433 h 2465433"/>
                    <a:gd name="csX1" fmla="*/ 2447332 w 2554008"/>
                    <a:gd name="csY1" fmla="*/ 443226 h 2465433"/>
                    <a:gd name="csX2" fmla="*/ 1628091 w 2554008"/>
                    <a:gd name="csY2" fmla="*/ 21967 h 2465433"/>
                    <a:gd name="csX3" fmla="*/ 547033 w 2554008"/>
                    <a:gd name="csY3" fmla="*/ 859995 h 2465433"/>
                    <a:gd name="csX4" fmla="*/ 0 w 2554008"/>
                    <a:gd name="csY4" fmla="*/ 2177701 h 2465433"/>
                    <a:gd name="csX0" fmla="*/ 2545899 w 2554008"/>
                    <a:gd name="csY0" fmla="*/ 2465432 h 2465432"/>
                    <a:gd name="csX1" fmla="*/ 2447332 w 2554008"/>
                    <a:gd name="csY1" fmla="*/ 443225 h 2465432"/>
                    <a:gd name="csX2" fmla="*/ 1628091 w 2554008"/>
                    <a:gd name="csY2" fmla="*/ 21966 h 2465432"/>
                    <a:gd name="csX3" fmla="*/ 547033 w 2554008"/>
                    <a:gd name="csY3" fmla="*/ 859994 h 2465432"/>
                    <a:gd name="csX4" fmla="*/ 0 w 2554008"/>
                    <a:gd name="csY4" fmla="*/ 2177700 h 24654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7" name="Free-form: Shape 6">
                  <a:extLst>
                    <a:ext uri="{FF2B5EF4-FFF2-40B4-BE49-F238E27FC236}">
                      <a16:creationId xmlns:a16="http://schemas.microsoft.com/office/drawing/2014/main" id="{01C2A2D0-F175-912D-F6AA-B9A1D79AEBF9}"/>
                    </a:ext>
                  </a:extLst>
                </p:cNvPr>
                <p:cNvSpPr/>
                <p:nvPr/>
              </p:nvSpPr>
              <p:spPr>
                <a:xfrm>
                  <a:off x="5563599" y="1575550"/>
                  <a:ext cx="1577887" cy="186183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389432 w 2405939"/>
                    <a:gd name="csY0" fmla="*/ 3775203 h 3775204"/>
                    <a:gd name="csX1" fmla="*/ 2338400 w 2405939"/>
                    <a:gd name="csY1" fmla="*/ 548400 h 3775204"/>
                    <a:gd name="csX2" fmla="*/ 1714115 w 2405939"/>
                    <a:gd name="csY2" fmla="*/ 32993 h 3775204"/>
                    <a:gd name="csX3" fmla="*/ 585579 w 2405939"/>
                    <a:gd name="csY3" fmla="*/ 906075 h 3775204"/>
                    <a:gd name="csX4" fmla="*/ 0 w 2405939"/>
                    <a:gd name="csY4" fmla="*/ 2516739 h 3775204"/>
                    <a:gd name="csX0" fmla="*/ 2389432 w 2410258"/>
                    <a:gd name="csY0" fmla="*/ 3775203 h 3775202"/>
                    <a:gd name="csX1" fmla="*/ 2338400 w 2410258"/>
                    <a:gd name="csY1" fmla="*/ 548400 h 3775202"/>
                    <a:gd name="csX2" fmla="*/ 1714115 w 2410258"/>
                    <a:gd name="csY2" fmla="*/ 32993 h 3775202"/>
                    <a:gd name="csX3" fmla="*/ 585579 w 2410258"/>
                    <a:gd name="csY3" fmla="*/ 906075 h 3775202"/>
                    <a:gd name="csX4" fmla="*/ 0 w 2410258"/>
                    <a:gd name="csY4" fmla="*/ 2516739 h 3775202"/>
                    <a:gd name="csX0" fmla="*/ 2392379 w 2411941"/>
                    <a:gd name="csY0" fmla="*/ 3741868 h 3741868"/>
                    <a:gd name="csX1" fmla="*/ 2338400 w 2411941"/>
                    <a:gd name="csY1" fmla="*/ 547477 h 3741868"/>
                    <a:gd name="csX2" fmla="*/ 1714115 w 2411941"/>
                    <a:gd name="csY2" fmla="*/ 32070 h 3741868"/>
                    <a:gd name="csX3" fmla="*/ 585579 w 2411941"/>
                    <a:gd name="csY3" fmla="*/ 905152 h 3741868"/>
                    <a:gd name="csX4" fmla="*/ 0 w 2411941"/>
                    <a:gd name="csY4" fmla="*/ 2515816 h 3741868"/>
                    <a:gd name="csX0" fmla="*/ 2418898 w 2429245"/>
                    <a:gd name="csY0" fmla="*/ 3753987 h 3753987"/>
                    <a:gd name="csX1" fmla="*/ 2338400 w 2429245"/>
                    <a:gd name="csY1" fmla="*/ 547810 h 3753987"/>
                    <a:gd name="csX2" fmla="*/ 1714115 w 2429245"/>
                    <a:gd name="csY2" fmla="*/ 32403 h 3753987"/>
                    <a:gd name="csX3" fmla="*/ 585579 w 2429245"/>
                    <a:gd name="csY3" fmla="*/ 905485 h 3753987"/>
                    <a:gd name="csX4" fmla="*/ 0 w 2429245"/>
                    <a:gd name="csY4" fmla="*/ 2516149 h 3753987"/>
                    <a:gd name="csX0" fmla="*/ 2421845 w 2431415"/>
                    <a:gd name="csY0" fmla="*/ 3760047 h 3760047"/>
                    <a:gd name="csX1" fmla="*/ 2338400 w 2431415"/>
                    <a:gd name="csY1" fmla="*/ 547977 h 3760047"/>
                    <a:gd name="csX2" fmla="*/ 1714115 w 2431415"/>
                    <a:gd name="csY2" fmla="*/ 32570 h 3760047"/>
                    <a:gd name="csX3" fmla="*/ 585579 w 2431415"/>
                    <a:gd name="csY3" fmla="*/ 905652 h 3760047"/>
                    <a:gd name="csX4" fmla="*/ 0 w 2431415"/>
                    <a:gd name="csY4" fmla="*/ 2516316 h 3760047"/>
                    <a:gd name="csX0" fmla="*/ 2510243 w 2511717"/>
                    <a:gd name="csY0" fmla="*/ 2689206 h 2689206"/>
                    <a:gd name="csX1" fmla="*/ 2338400 w 2511717"/>
                    <a:gd name="csY1" fmla="*/ 529063 h 2689206"/>
                    <a:gd name="csX2" fmla="*/ 1714115 w 2511717"/>
                    <a:gd name="csY2" fmla="*/ 13656 h 2689206"/>
                    <a:gd name="csX3" fmla="*/ 585579 w 2511717"/>
                    <a:gd name="csY3" fmla="*/ 886738 h 2689206"/>
                    <a:gd name="csX4" fmla="*/ 0 w 2511717"/>
                    <a:gd name="csY4" fmla="*/ 2497402 h 2689206"/>
                    <a:gd name="csX0" fmla="*/ 2424792 w 2433637"/>
                    <a:gd name="csY0" fmla="*/ 2879804 h 2879804"/>
                    <a:gd name="csX1" fmla="*/ 2338400 w 2433637"/>
                    <a:gd name="csY1" fmla="*/ 531080 h 2879804"/>
                    <a:gd name="csX2" fmla="*/ 1714115 w 2433637"/>
                    <a:gd name="csY2" fmla="*/ 15673 h 2879804"/>
                    <a:gd name="csX3" fmla="*/ 585579 w 2433637"/>
                    <a:gd name="csY3" fmla="*/ 888755 h 2879804"/>
                    <a:gd name="csX4" fmla="*/ 0 w 2433637"/>
                    <a:gd name="csY4" fmla="*/ 2499419 h 2879804"/>
                    <a:gd name="csX0" fmla="*/ 2424792 w 2440614"/>
                    <a:gd name="csY0" fmla="*/ 2879804 h 2879804"/>
                    <a:gd name="csX1" fmla="*/ 2338400 w 2440614"/>
                    <a:gd name="csY1" fmla="*/ 531080 h 2879804"/>
                    <a:gd name="csX2" fmla="*/ 1714115 w 2440614"/>
                    <a:gd name="csY2" fmla="*/ 15673 h 2879804"/>
                    <a:gd name="csX3" fmla="*/ 585579 w 2440614"/>
                    <a:gd name="csY3" fmla="*/ 888755 h 2879804"/>
                    <a:gd name="csX4" fmla="*/ 0 w 2440614"/>
                    <a:gd name="csY4" fmla="*/ 2499419 h 28798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8" name="Free-form: Shape 7">
                  <a:extLst>
                    <a:ext uri="{FF2B5EF4-FFF2-40B4-BE49-F238E27FC236}">
                      <a16:creationId xmlns:a16="http://schemas.microsoft.com/office/drawing/2014/main" id="{9022F052-789C-0292-61CB-DC6E1C317B72}"/>
                    </a:ext>
                  </a:extLst>
                </p:cNvPr>
                <p:cNvSpPr/>
                <p:nvPr/>
              </p:nvSpPr>
              <p:spPr>
                <a:xfrm>
                  <a:off x="5871211" y="1843239"/>
                  <a:ext cx="1077274" cy="1580811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401218 w 2412558"/>
                    <a:gd name="csY0" fmla="*/ 2710011 h 2710011"/>
                    <a:gd name="csX1" fmla="*/ 2338400 w 2412558"/>
                    <a:gd name="csY1" fmla="*/ 520402 h 2710011"/>
                    <a:gd name="csX2" fmla="*/ 1714115 w 2412558"/>
                    <a:gd name="csY2" fmla="*/ 4995 h 2710011"/>
                    <a:gd name="csX3" fmla="*/ 611897 w 2412558"/>
                    <a:gd name="csY3" fmla="*/ 698673 h 2710011"/>
                    <a:gd name="csX4" fmla="*/ 0 w 2412558"/>
                    <a:gd name="csY4" fmla="*/ 2488741 h 2710011"/>
                    <a:gd name="csX0" fmla="*/ 2401218 w 2411526"/>
                    <a:gd name="csY0" fmla="*/ 2684273 h 2684273"/>
                    <a:gd name="csX1" fmla="*/ 2338400 w 2411526"/>
                    <a:gd name="csY1" fmla="*/ 494664 h 2684273"/>
                    <a:gd name="csX2" fmla="*/ 1731661 w 2411526"/>
                    <a:gd name="csY2" fmla="*/ 5835 h 2684273"/>
                    <a:gd name="csX3" fmla="*/ 611897 w 2411526"/>
                    <a:gd name="csY3" fmla="*/ 672935 h 2684273"/>
                    <a:gd name="csX4" fmla="*/ 0 w 2411526"/>
                    <a:gd name="csY4" fmla="*/ 2463003 h 2684273"/>
                    <a:gd name="csX0" fmla="*/ 2418764 w 2429072"/>
                    <a:gd name="csY0" fmla="*/ 2684273 h 2684273"/>
                    <a:gd name="csX1" fmla="*/ 2355946 w 2429072"/>
                    <a:gd name="csY1" fmla="*/ 494664 h 2684273"/>
                    <a:gd name="csX2" fmla="*/ 1749207 w 2429072"/>
                    <a:gd name="csY2" fmla="*/ 5835 h 2684273"/>
                    <a:gd name="csX3" fmla="*/ 629443 w 2429072"/>
                    <a:gd name="csY3" fmla="*/ 672935 h 2684273"/>
                    <a:gd name="csX4" fmla="*/ 0 w 2429072"/>
                    <a:gd name="csY4" fmla="*/ 2416492 h 2684273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697471 h 2697471"/>
                    <a:gd name="csX1" fmla="*/ 2355946 w 2429072"/>
                    <a:gd name="csY1" fmla="*/ 507862 h 2697471"/>
                    <a:gd name="csX2" fmla="*/ 1749207 w 2429072"/>
                    <a:gd name="csY2" fmla="*/ 19033 h 2697471"/>
                    <a:gd name="csX3" fmla="*/ 576806 w 2429072"/>
                    <a:gd name="csY3" fmla="*/ 925338 h 2697471"/>
                    <a:gd name="csX4" fmla="*/ 0 w 2429072"/>
                    <a:gd name="csY4" fmla="*/ 2429690 h 2697471"/>
                    <a:gd name="csX0" fmla="*/ 2418764 w 2446489"/>
                    <a:gd name="csY0" fmla="*/ 2648810 h 2648810"/>
                    <a:gd name="csX1" fmla="*/ 2355946 w 2446489"/>
                    <a:gd name="csY1" fmla="*/ 459201 h 2648810"/>
                    <a:gd name="csX2" fmla="*/ 1477245 w 2446489"/>
                    <a:gd name="csY2" fmla="*/ 23529 h 2648810"/>
                    <a:gd name="csX3" fmla="*/ 576806 w 2446489"/>
                    <a:gd name="csY3" fmla="*/ 876677 h 2648810"/>
                    <a:gd name="csX4" fmla="*/ 0 w 2446489"/>
                    <a:gd name="csY4" fmla="*/ 2381029 h 2648810"/>
                    <a:gd name="csX0" fmla="*/ 2418764 w 2447085"/>
                    <a:gd name="csY0" fmla="*/ 2596376 h 2596376"/>
                    <a:gd name="csX1" fmla="*/ 2355946 w 2447085"/>
                    <a:gd name="csY1" fmla="*/ 406767 h 2596376"/>
                    <a:gd name="csX2" fmla="*/ 1468472 w 2447085"/>
                    <a:gd name="csY2" fmla="*/ 30897 h 2596376"/>
                    <a:gd name="csX3" fmla="*/ 576806 w 2447085"/>
                    <a:gd name="csY3" fmla="*/ 824243 h 2596376"/>
                    <a:gd name="csX4" fmla="*/ 0 w 2447085"/>
                    <a:gd name="csY4" fmla="*/ 2328595 h 2596376"/>
                    <a:gd name="csX0" fmla="*/ 2396833 w 2436965"/>
                    <a:gd name="csY0" fmla="*/ 3780840 h 3780840"/>
                    <a:gd name="csX1" fmla="*/ 2355946 w 2436965"/>
                    <a:gd name="csY1" fmla="*/ 451688 h 3780840"/>
                    <a:gd name="csX2" fmla="*/ 1468472 w 2436965"/>
                    <a:gd name="csY2" fmla="*/ 75818 h 3780840"/>
                    <a:gd name="csX3" fmla="*/ 576806 w 2436965"/>
                    <a:gd name="csY3" fmla="*/ 869164 h 3780840"/>
                    <a:gd name="csX4" fmla="*/ 0 w 2436965"/>
                    <a:gd name="csY4" fmla="*/ 2373516 h 3780840"/>
                    <a:gd name="csX0" fmla="*/ 2396833 w 2433246"/>
                    <a:gd name="csY0" fmla="*/ 3780840 h 3780840"/>
                    <a:gd name="csX1" fmla="*/ 2355946 w 2433246"/>
                    <a:gd name="csY1" fmla="*/ 451688 h 3780840"/>
                    <a:gd name="csX2" fmla="*/ 1468472 w 2433246"/>
                    <a:gd name="csY2" fmla="*/ 75818 h 3780840"/>
                    <a:gd name="csX3" fmla="*/ 576806 w 2433246"/>
                    <a:gd name="csY3" fmla="*/ 869164 h 3780840"/>
                    <a:gd name="csX4" fmla="*/ 0 w 2433246"/>
                    <a:gd name="csY4" fmla="*/ 2373516 h 3780840"/>
                    <a:gd name="csX0" fmla="*/ 2396833 w 2438256"/>
                    <a:gd name="csY0" fmla="*/ 3780840 h 3780840"/>
                    <a:gd name="csX1" fmla="*/ 2355946 w 2438256"/>
                    <a:gd name="csY1" fmla="*/ 451688 h 3780840"/>
                    <a:gd name="csX2" fmla="*/ 1468472 w 2438256"/>
                    <a:gd name="csY2" fmla="*/ 75818 h 3780840"/>
                    <a:gd name="csX3" fmla="*/ 576806 w 2438256"/>
                    <a:gd name="csY3" fmla="*/ 869164 h 3780840"/>
                    <a:gd name="csX4" fmla="*/ 0 w 2438256"/>
                    <a:gd name="csY4" fmla="*/ 2373516 h 3780840"/>
                    <a:gd name="csX0" fmla="*/ 2431924 w 2455523"/>
                    <a:gd name="csY0" fmla="*/ 3777351 h 3777350"/>
                    <a:gd name="csX1" fmla="*/ 2355946 w 2455523"/>
                    <a:gd name="csY1" fmla="*/ 451521 h 3777350"/>
                    <a:gd name="csX2" fmla="*/ 1468472 w 2455523"/>
                    <a:gd name="csY2" fmla="*/ 75651 h 3777350"/>
                    <a:gd name="csX3" fmla="*/ 576806 w 2455523"/>
                    <a:gd name="csY3" fmla="*/ 868997 h 3777350"/>
                    <a:gd name="csX4" fmla="*/ 0 w 2455523"/>
                    <a:gd name="csY4" fmla="*/ 2373349 h 3777350"/>
                    <a:gd name="csX0" fmla="*/ 2471402 w 2480541"/>
                    <a:gd name="csY0" fmla="*/ 3791314 h 3791314"/>
                    <a:gd name="csX1" fmla="*/ 2355946 w 2480541"/>
                    <a:gd name="csY1" fmla="*/ 452194 h 3791314"/>
                    <a:gd name="csX2" fmla="*/ 1468472 w 2480541"/>
                    <a:gd name="csY2" fmla="*/ 76324 h 3791314"/>
                    <a:gd name="csX3" fmla="*/ 576806 w 2480541"/>
                    <a:gd name="csY3" fmla="*/ 869670 h 3791314"/>
                    <a:gd name="csX4" fmla="*/ 0 w 2480541"/>
                    <a:gd name="csY4" fmla="*/ 2374022 h 3791314"/>
                    <a:gd name="csX0" fmla="*/ 2453856 w 2468586"/>
                    <a:gd name="csY0" fmla="*/ 3791314 h 3791314"/>
                    <a:gd name="csX1" fmla="*/ 2355946 w 2468586"/>
                    <a:gd name="csY1" fmla="*/ 452194 h 3791314"/>
                    <a:gd name="csX2" fmla="*/ 1468472 w 2468586"/>
                    <a:gd name="csY2" fmla="*/ 76324 h 3791314"/>
                    <a:gd name="csX3" fmla="*/ 576806 w 2468586"/>
                    <a:gd name="csY3" fmla="*/ 869670 h 3791314"/>
                    <a:gd name="csX4" fmla="*/ 0 w 2468586"/>
                    <a:gd name="csY4" fmla="*/ 2374022 h 3791314"/>
                    <a:gd name="csX0" fmla="*/ 2467016 w 2477419"/>
                    <a:gd name="csY0" fmla="*/ 3794805 h 3794805"/>
                    <a:gd name="csX1" fmla="*/ 2355946 w 2477419"/>
                    <a:gd name="csY1" fmla="*/ 452363 h 3794805"/>
                    <a:gd name="csX2" fmla="*/ 1468472 w 2477419"/>
                    <a:gd name="csY2" fmla="*/ 76493 h 3794805"/>
                    <a:gd name="csX3" fmla="*/ 576806 w 2477419"/>
                    <a:gd name="csY3" fmla="*/ 869839 h 3794805"/>
                    <a:gd name="csX4" fmla="*/ 0 w 2477419"/>
                    <a:gd name="csY4" fmla="*/ 2374191 h 3794805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80539" h="2756902">
                      <a:moveTo>
                        <a:pt x="2471402" y="2756902"/>
                      </a:moveTo>
                      <a:cubicBezTo>
                        <a:pt x="2475027" y="1116989"/>
                        <a:pt x="2523101" y="864749"/>
                        <a:pt x="2355946" y="411144"/>
                      </a:cubicBezTo>
                      <a:cubicBezTo>
                        <a:pt x="2188791" y="-42461"/>
                        <a:pt x="1764995" y="-34305"/>
                        <a:pt x="1468472" y="35274"/>
                      </a:cubicBezTo>
                      <a:cubicBezTo>
                        <a:pt x="1171949" y="104853"/>
                        <a:pt x="821551" y="445670"/>
                        <a:pt x="576806" y="828620"/>
                      </a:cubicBezTo>
                      <a:cubicBezTo>
                        <a:pt x="332061" y="1211570"/>
                        <a:pt x="31242" y="1998708"/>
                        <a:pt x="0" y="2332972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E240841-6D25-6403-537C-5834BF215732}"/>
                  </a:ext>
                </a:extLst>
              </p:cNvPr>
              <p:cNvGrpSpPr/>
              <p:nvPr/>
            </p:nvGrpSpPr>
            <p:grpSpPr>
              <a:xfrm flipV="1">
                <a:off x="4893183" y="3404997"/>
                <a:ext cx="2661285" cy="2372400"/>
                <a:chOff x="4893183" y="1066860"/>
                <a:chExt cx="2661285" cy="2370522"/>
              </a:xfrm>
            </p:grpSpPr>
            <p:sp>
              <p:nvSpPr>
                <p:cNvPr id="23" name="Free-form: Shape 22">
                  <a:extLst>
                    <a:ext uri="{FF2B5EF4-FFF2-40B4-BE49-F238E27FC236}">
                      <a16:creationId xmlns:a16="http://schemas.microsoft.com/office/drawing/2014/main" id="{9BDF6CD3-8CC1-6895-D7EA-F3AF8EEB1B83}"/>
                    </a:ext>
                  </a:extLst>
                </p:cNvPr>
                <p:cNvSpPr/>
                <p:nvPr/>
              </p:nvSpPr>
              <p:spPr>
                <a:xfrm>
                  <a:off x="4893183" y="1066860"/>
                  <a:ext cx="2661285" cy="236671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86050 w 2690236"/>
                    <a:gd name="csY0" fmla="*/ 2201162 h 2201162"/>
                    <a:gd name="csX1" fmla="*/ 2576322 w 2690236"/>
                    <a:gd name="csY1" fmla="*/ 329690 h 2201162"/>
                    <a:gd name="csX2" fmla="*/ 1796034 w 2690236"/>
                    <a:gd name="csY2" fmla="*/ 506 h 2201162"/>
                    <a:gd name="csX3" fmla="*/ 1070610 w 2690236"/>
                    <a:gd name="csY3" fmla="*/ 274826 h 2201162"/>
                    <a:gd name="csX4" fmla="*/ 528066 w 2690236"/>
                    <a:gd name="csY4" fmla="*/ 1006346 h 2201162"/>
                    <a:gd name="csX5" fmla="*/ 0 w 2690236"/>
                    <a:gd name="csY5" fmla="*/ 2065526 h 2201162"/>
                    <a:gd name="csX0" fmla="*/ 2686050 w 2690236"/>
                    <a:gd name="csY0" fmla="*/ 2203943 h 2203943"/>
                    <a:gd name="csX1" fmla="*/ 2576322 w 2690236"/>
                    <a:gd name="csY1" fmla="*/ 332471 h 2203943"/>
                    <a:gd name="csX2" fmla="*/ 1796034 w 2690236"/>
                    <a:gd name="csY2" fmla="*/ 3287 h 2203943"/>
                    <a:gd name="csX3" fmla="*/ 1090930 w 2690236"/>
                    <a:gd name="csY3" fmla="*/ 216647 h 2203943"/>
                    <a:gd name="csX4" fmla="*/ 528066 w 2690236"/>
                    <a:gd name="csY4" fmla="*/ 1009127 h 2203943"/>
                    <a:gd name="csX5" fmla="*/ 0 w 2690236"/>
                    <a:gd name="csY5" fmla="*/ 2068307 h 2203943"/>
                    <a:gd name="csX0" fmla="*/ 2686050 w 2690236"/>
                    <a:gd name="csY0" fmla="*/ 2203036 h 2203036"/>
                    <a:gd name="csX1" fmla="*/ 2576322 w 2690236"/>
                    <a:gd name="csY1" fmla="*/ 331564 h 2203036"/>
                    <a:gd name="csX2" fmla="*/ 1796034 w 2690236"/>
                    <a:gd name="csY2" fmla="*/ 2380 h 2203036"/>
                    <a:gd name="csX3" fmla="*/ 1090930 w 2690236"/>
                    <a:gd name="csY3" fmla="*/ 215740 h 2203036"/>
                    <a:gd name="csX4" fmla="*/ 528066 w 2690236"/>
                    <a:gd name="csY4" fmla="*/ 1008220 h 2203036"/>
                    <a:gd name="csX5" fmla="*/ 0 w 2690236"/>
                    <a:gd name="csY5" fmla="*/ 2067400 h 2203036"/>
                    <a:gd name="csX0" fmla="*/ 2686050 w 2690236"/>
                    <a:gd name="csY0" fmla="*/ 2248905 h 2248905"/>
                    <a:gd name="csX1" fmla="*/ 2576322 w 2690236"/>
                    <a:gd name="csY1" fmla="*/ 377433 h 2248905"/>
                    <a:gd name="csX2" fmla="*/ 1796034 w 2690236"/>
                    <a:gd name="csY2" fmla="*/ 48249 h 2248905"/>
                    <a:gd name="csX3" fmla="*/ 528066 w 2690236"/>
                    <a:gd name="csY3" fmla="*/ 1054089 h 2248905"/>
                    <a:gd name="csX4" fmla="*/ 0 w 2690236"/>
                    <a:gd name="csY4" fmla="*/ 2113269 h 2248905"/>
                    <a:gd name="csX0" fmla="*/ 2686050 w 2690236"/>
                    <a:gd name="csY0" fmla="*/ 2210239 h 2210239"/>
                    <a:gd name="csX1" fmla="*/ 2576322 w 2690236"/>
                    <a:gd name="csY1" fmla="*/ 338767 h 2210239"/>
                    <a:gd name="csX2" fmla="*/ 1796034 w 2690236"/>
                    <a:gd name="csY2" fmla="*/ 9583 h 2210239"/>
                    <a:gd name="csX3" fmla="*/ 931926 w 2690236"/>
                    <a:gd name="csY3" fmla="*/ 470593 h 2210239"/>
                    <a:gd name="csX4" fmla="*/ 0 w 2690236"/>
                    <a:gd name="csY4" fmla="*/ 2074603 h 2210239"/>
                    <a:gd name="csX0" fmla="*/ 2686050 w 2690236"/>
                    <a:gd name="csY0" fmla="*/ 2206931 h 2206931"/>
                    <a:gd name="csX1" fmla="*/ 2576322 w 2690236"/>
                    <a:gd name="csY1" fmla="*/ 335459 h 2206931"/>
                    <a:gd name="csX2" fmla="*/ 1796034 w 2690236"/>
                    <a:gd name="csY2" fmla="*/ 6275 h 2206931"/>
                    <a:gd name="csX3" fmla="*/ 935736 w 2690236"/>
                    <a:gd name="csY3" fmla="*/ 417755 h 2206931"/>
                    <a:gd name="csX4" fmla="*/ 0 w 2690236"/>
                    <a:gd name="csY4" fmla="*/ 2071295 h 2206931"/>
                    <a:gd name="csX0" fmla="*/ 2686050 w 2690384"/>
                    <a:gd name="csY0" fmla="*/ 2275369 h 2275369"/>
                    <a:gd name="csX1" fmla="*/ 2576322 w 2690384"/>
                    <a:gd name="csY1" fmla="*/ 403897 h 2275369"/>
                    <a:gd name="csX2" fmla="*/ 1792224 w 2690384"/>
                    <a:gd name="csY2" fmla="*/ 2323 h 2275369"/>
                    <a:gd name="csX3" fmla="*/ 935736 w 2690384"/>
                    <a:gd name="csY3" fmla="*/ 486193 h 2275369"/>
                    <a:gd name="csX4" fmla="*/ 0 w 2690384"/>
                    <a:gd name="csY4" fmla="*/ 2139733 h 2275369"/>
                    <a:gd name="csX0" fmla="*/ 2686050 w 2690384"/>
                    <a:gd name="csY0" fmla="*/ 2264266 h 2264266"/>
                    <a:gd name="csX1" fmla="*/ 2576322 w 2690384"/>
                    <a:gd name="csY1" fmla="*/ 392794 h 2264266"/>
                    <a:gd name="csX2" fmla="*/ 1792224 w 2690384"/>
                    <a:gd name="csY2" fmla="*/ 2650 h 2264266"/>
                    <a:gd name="csX3" fmla="*/ 935736 w 2690384"/>
                    <a:gd name="csY3" fmla="*/ 475090 h 2264266"/>
                    <a:gd name="csX4" fmla="*/ 0 w 2690384"/>
                    <a:gd name="csY4" fmla="*/ 2128630 h 2264266"/>
                    <a:gd name="csX0" fmla="*/ 2676525 w 2683382"/>
                    <a:gd name="csY0" fmla="*/ 2922789 h 2922789"/>
                    <a:gd name="csX1" fmla="*/ 2576322 w 2683382"/>
                    <a:gd name="csY1" fmla="*/ 403617 h 2922789"/>
                    <a:gd name="csX2" fmla="*/ 1792224 w 2683382"/>
                    <a:gd name="csY2" fmla="*/ 13473 h 2922789"/>
                    <a:gd name="csX3" fmla="*/ 935736 w 2683382"/>
                    <a:gd name="csY3" fmla="*/ 485913 h 2922789"/>
                    <a:gd name="csX4" fmla="*/ 0 w 2683382"/>
                    <a:gd name="csY4" fmla="*/ 2139453 h 2922789"/>
                    <a:gd name="csX0" fmla="*/ 2676525 w 2676806"/>
                    <a:gd name="csY0" fmla="*/ 2922789 h 2922789"/>
                    <a:gd name="csX1" fmla="*/ 2576322 w 2676806"/>
                    <a:gd name="csY1" fmla="*/ 403617 h 2922789"/>
                    <a:gd name="csX2" fmla="*/ 1792224 w 2676806"/>
                    <a:gd name="csY2" fmla="*/ 13473 h 2922789"/>
                    <a:gd name="csX3" fmla="*/ 935736 w 2676806"/>
                    <a:gd name="csY3" fmla="*/ 485913 h 2922789"/>
                    <a:gd name="csX4" fmla="*/ 0 w 2676806"/>
                    <a:gd name="csY4" fmla="*/ 2139453 h 2922789"/>
                    <a:gd name="csX0" fmla="*/ 2676525 w 2676525"/>
                    <a:gd name="csY0" fmla="*/ 2929033 h 2929033"/>
                    <a:gd name="csX1" fmla="*/ 2534412 w 2676525"/>
                    <a:gd name="csY1" fmla="*/ 388906 h 2929033"/>
                    <a:gd name="csX2" fmla="*/ 1792224 w 2676525"/>
                    <a:gd name="csY2" fmla="*/ 19717 h 2929033"/>
                    <a:gd name="csX3" fmla="*/ 935736 w 2676525"/>
                    <a:gd name="csY3" fmla="*/ 492157 h 2929033"/>
                    <a:gd name="csX4" fmla="*/ 0 w 2676525"/>
                    <a:gd name="csY4" fmla="*/ 2145697 h 2929033"/>
                    <a:gd name="csX0" fmla="*/ 2676525 w 2676525"/>
                    <a:gd name="csY0" fmla="*/ 2911869 h 2911869"/>
                    <a:gd name="csX1" fmla="*/ 2534412 w 2676525"/>
                    <a:gd name="csY1" fmla="*/ 371742 h 2911869"/>
                    <a:gd name="csX2" fmla="*/ 1792224 w 2676525"/>
                    <a:gd name="csY2" fmla="*/ 2553 h 2911869"/>
                    <a:gd name="csX3" fmla="*/ 935736 w 2676525"/>
                    <a:gd name="csY3" fmla="*/ 474993 h 2911869"/>
                    <a:gd name="csX4" fmla="*/ 0 w 2676525"/>
                    <a:gd name="csY4" fmla="*/ 2128533 h 2911869"/>
                    <a:gd name="csX0" fmla="*/ 2665095 w 2665095"/>
                    <a:gd name="csY0" fmla="*/ 2927060 h 2927060"/>
                    <a:gd name="csX1" fmla="*/ 2534412 w 2665095"/>
                    <a:gd name="csY1" fmla="*/ 388838 h 2927060"/>
                    <a:gd name="csX2" fmla="*/ 1792224 w 2665095"/>
                    <a:gd name="csY2" fmla="*/ 19649 h 2927060"/>
                    <a:gd name="csX3" fmla="*/ 935736 w 2665095"/>
                    <a:gd name="csY3" fmla="*/ 492089 h 2927060"/>
                    <a:gd name="csX4" fmla="*/ 0 w 2665095"/>
                    <a:gd name="csY4" fmla="*/ 2145629 h 2927060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  <a:gd name="csX0" fmla="*/ 2661285 w 2661285"/>
                    <a:gd name="csY0" fmla="*/ 2366712 h 2366712"/>
                    <a:gd name="csX1" fmla="*/ 2532507 w 2661285"/>
                    <a:gd name="csY1" fmla="*/ 375225 h 2366712"/>
                    <a:gd name="csX2" fmla="*/ 1790319 w 2661285"/>
                    <a:gd name="csY2" fmla="*/ 6036 h 2366712"/>
                    <a:gd name="csX3" fmla="*/ 933831 w 2661285"/>
                    <a:gd name="csY3" fmla="*/ 478476 h 2366712"/>
                    <a:gd name="csX4" fmla="*/ 0 w 2661285"/>
                    <a:gd name="csY4" fmla="*/ 2114885 h 23667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61285" h="2366712">
                      <a:moveTo>
                        <a:pt x="2661285" y="2366712"/>
                      </a:moveTo>
                      <a:cubicBezTo>
                        <a:pt x="2655443" y="1090235"/>
                        <a:pt x="2677668" y="768671"/>
                        <a:pt x="2532507" y="375225"/>
                      </a:cubicBezTo>
                      <a:cubicBezTo>
                        <a:pt x="2387346" y="-18221"/>
                        <a:pt x="2056765" y="-11172"/>
                        <a:pt x="1790319" y="6036"/>
                      </a:cubicBezTo>
                      <a:cubicBezTo>
                        <a:pt x="1523873" y="23244"/>
                        <a:pt x="1232218" y="127001"/>
                        <a:pt x="933831" y="478476"/>
                      </a:cubicBezTo>
                      <a:cubicBezTo>
                        <a:pt x="635445" y="829951"/>
                        <a:pt x="31242" y="1780621"/>
                        <a:pt x="0" y="2114885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26" name="Free-form: Shape 25">
                  <a:extLst>
                    <a:ext uri="{FF2B5EF4-FFF2-40B4-BE49-F238E27FC236}">
                      <a16:creationId xmlns:a16="http://schemas.microsoft.com/office/drawing/2014/main" id="{8339D224-D895-1C03-A2DC-3FD0ACF1951A}"/>
                    </a:ext>
                  </a:extLst>
                </p:cNvPr>
                <p:cNvSpPr/>
                <p:nvPr/>
              </p:nvSpPr>
              <p:spPr>
                <a:xfrm>
                  <a:off x="5244587" y="1327100"/>
                  <a:ext cx="2143213" cy="2108377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6077"/>
                    <a:gd name="csY0" fmla="*/ 2353376 h 2353376"/>
                    <a:gd name="csX1" fmla="*/ 2506355 w 2646077"/>
                    <a:gd name="csY1" fmla="*/ 493784 h 2353376"/>
                    <a:gd name="csX2" fmla="*/ 1705276 w 2646077"/>
                    <a:gd name="csY2" fmla="*/ 1242 h 2353376"/>
                    <a:gd name="csX3" fmla="*/ 1045195 w 2646077"/>
                    <a:gd name="csY3" fmla="*/ 435950 h 2353376"/>
                    <a:gd name="csX4" fmla="*/ 556113 w 2646077"/>
                    <a:gd name="csY4" fmla="*/ 1075396 h 2353376"/>
                    <a:gd name="csX5" fmla="*/ 0 w 2646077"/>
                    <a:gd name="csY5" fmla="*/ 2179251 h 2353376"/>
                    <a:gd name="csX0" fmla="*/ 2645784 w 2646077"/>
                    <a:gd name="csY0" fmla="*/ 2352950 h 2352950"/>
                    <a:gd name="csX1" fmla="*/ 2506355 w 2646077"/>
                    <a:gd name="csY1" fmla="*/ 493358 h 2352950"/>
                    <a:gd name="csX2" fmla="*/ 1705276 w 2646077"/>
                    <a:gd name="csY2" fmla="*/ 816 h 2352950"/>
                    <a:gd name="csX3" fmla="*/ 1031574 w 2646077"/>
                    <a:gd name="csY3" fmla="*/ 395427 h 2352950"/>
                    <a:gd name="csX4" fmla="*/ 556113 w 2646077"/>
                    <a:gd name="csY4" fmla="*/ 1074970 h 2352950"/>
                    <a:gd name="csX5" fmla="*/ 0 w 2646077"/>
                    <a:gd name="csY5" fmla="*/ 2178825 h 2352950"/>
                    <a:gd name="csX0" fmla="*/ 2645784 w 2656026"/>
                    <a:gd name="csY0" fmla="*/ 2352391 h 2352391"/>
                    <a:gd name="csX1" fmla="*/ 2547218 w 2656026"/>
                    <a:gd name="csY1" fmla="*/ 448247 h 2352391"/>
                    <a:gd name="csX2" fmla="*/ 1705276 w 2656026"/>
                    <a:gd name="csY2" fmla="*/ 257 h 2352391"/>
                    <a:gd name="csX3" fmla="*/ 1031574 w 2656026"/>
                    <a:gd name="csY3" fmla="*/ 394868 h 2352391"/>
                    <a:gd name="csX4" fmla="*/ 556113 w 2656026"/>
                    <a:gd name="csY4" fmla="*/ 1074411 h 2352391"/>
                    <a:gd name="csX5" fmla="*/ 0 w 2656026"/>
                    <a:gd name="csY5" fmla="*/ 2178266 h 2352391"/>
                    <a:gd name="csX0" fmla="*/ 2645784 w 2656026"/>
                    <a:gd name="csY0" fmla="*/ 2353692 h 2353692"/>
                    <a:gd name="csX1" fmla="*/ 2547218 w 2656026"/>
                    <a:gd name="csY1" fmla="*/ 449548 h 2353692"/>
                    <a:gd name="csX2" fmla="*/ 1705276 w 2656026"/>
                    <a:gd name="csY2" fmla="*/ 1558 h 2353692"/>
                    <a:gd name="csX3" fmla="*/ 1031574 w 2656026"/>
                    <a:gd name="csY3" fmla="*/ 396169 h 2353692"/>
                    <a:gd name="csX4" fmla="*/ 556113 w 2656026"/>
                    <a:gd name="csY4" fmla="*/ 1075712 h 2353692"/>
                    <a:gd name="csX5" fmla="*/ 0 w 2656026"/>
                    <a:gd name="csY5" fmla="*/ 2179567 h 2353692"/>
                    <a:gd name="csX0" fmla="*/ 2645784 w 2654858"/>
                    <a:gd name="csY0" fmla="*/ 2327397 h 2327397"/>
                    <a:gd name="csX1" fmla="*/ 2547218 w 2654858"/>
                    <a:gd name="csY1" fmla="*/ 423253 h 2327397"/>
                    <a:gd name="csX2" fmla="*/ 1727977 w 2654858"/>
                    <a:gd name="csY2" fmla="*/ 1994 h 2327397"/>
                    <a:gd name="csX3" fmla="*/ 1031574 w 2654858"/>
                    <a:gd name="csY3" fmla="*/ 369874 h 2327397"/>
                    <a:gd name="csX4" fmla="*/ 556113 w 2654858"/>
                    <a:gd name="csY4" fmla="*/ 1049417 h 2327397"/>
                    <a:gd name="csX5" fmla="*/ 0 w 2654858"/>
                    <a:gd name="csY5" fmla="*/ 2153272 h 2327397"/>
                    <a:gd name="csX0" fmla="*/ 2645784 w 2654858"/>
                    <a:gd name="csY0" fmla="*/ 2359028 h 2359028"/>
                    <a:gd name="csX1" fmla="*/ 2547218 w 2654858"/>
                    <a:gd name="csY1" fmla="*/ 454884 h 2359028"/>
                    <a:gd name="csX2" fmla="*/ 1727977 w 2654858"/>
                    <a:gd name="csY2" fmla="*/ 33625 h 2359028"/>
                    <a:gd name="csX3" fmla="*/ 556113 w 2654858"/>
                    <a:gd name="csY3" fmla="*/ 1081048 h 2359028"/>
                    <a:gd name="csX4" fmla="*/ 0 w 2654858"/>
                    <a:gd name="csY4" fmla="*/ 2184903 h 2359028"/>
                    <a:gd name="csX0" fmla="*/ 2645784 w 2654858"/>
                    <a:gd name="csY0" fmla="*/ 2335977 h 2335977"/>
                    <a:gd name="csX1" fmla="*/ 2547218 w 2654858"/>
                    <a:gd name="csY1" fmla="*/ 431833 h 2335977"/>
                    <a:gd name="csX2" fmla="*/ 1727977 w 2654858"/>
                    <a:gd name="csY2" fmla="*/ 10574 h 2335977"/>
                    <a:gd name="csX3" fmla="*/ 764966 w 2654858"/>
                    <a:gd name="csY3" fmla="*/ 688214 h 2335977"/>
                    <a:gd name="csX4" fmla="*/ 0 w 2654858"/>
                    <a:gd name="csY4" fmla="*/ 2161852 h 2335977"/>
                    <a:gd name="csX0" fmla="*/ 2645784 w 2654858"/>
                    <a:gd name="csY0" fmla="*/ 2335478 h 2335478"/>
                    <a:gd name="csX1" fmla="*/ 2547218 w 2654858"/>
                    <a:gd name="csY1" fmla="*/ 431334 h 2335478"/>
                    <a:gd name="csX2" fmla="*/ 1727977 w 2654858"/>
                    <a:gd name="csY2" fmla="*/ 10075 h 2335478"/>
                    <a:gd name="csX3" fmla="*/ 692322 w 2654858"/>
                    <a:gd name="csY3" fmla="*/ 678804 h 2335478"/>
                    <a:gd name="csX4" fmla="*/ 0 w 2654858"/>
                    <a:gd name="csY4" fmla="*/ 2161353 h 233547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42265 w 2654858"/>
                    <a:gd name="csY3" fmla="*/ 692921 h 2336228"/>
                    <a:gd name="csX4" fmla="*/ 0 w 2654858"/>
                    <a:gd name="csY4" fmla="*/ 2162103 h 2336228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545898 w 2554972"/>
                    <a:gd name="csY0" fmla="*/ 2345534 h 2345534"/>
                    <a:gd name="csX1" fmla="*/ 2447332 w 2554972"/>
                    <a:gd name="csY1" fmla="*/ 441390 h 2345534"/>
                    <a:gd name="csX2" fmla="*/ 1628091 w 2554972"/>
                    <a:gd name="csY2" fmla="*/ 20131 h 2345534"/>
                    <a:gd name="csX3" fmla="*/ 547033 w 2554972"/>
                    <a:gd name="csY3" fmla="*/ 858159 h 2345534"/>
                    <a:gd name="csX4" fmla="*/ 0 w 2554972"/>
                    <a:gd name="csY4" fmla="*/ 2175865 h 2345534"/>
                    <a:gd name="csX0" fmla="*/ 2530008 w 2544884"/>
                    <a:gd name="csY0" fmla="*/ 3121859 h 3121859"/>
                    <a:gd name="csX1" fmla="*/ 2447332 w 2544884"/>
                    <a:gd name="csY1" fmla="*/ 458099 h 3121859"/>
                    <a:gd name="csX2" fmla="*/ 1628091 w 2544884"/>
                    <a:gd name="csY2" fmla="*/ 36840 h 3121859"/>
                    <a:gd name="csX3" fmla="*/ 547033 w 2544884"/>
                    <a:gd name="csY3" fmla="*/ 874868 h 3121859"/>
                    <a:gd name="csX4" fmla="*/ 0 w 2544884"/>
                    <a:gd name="csY4" fmla="*/ 2192574 h 3121859"/>
                    <a:gd name="csX0" fmla="*/ 2530008 w 2543996"/>
                    <a:gd name="csY0" fmla="*/ 3121859 h 3121859"/>
                    <a:gd name="csX1" fmla="*/ 2447332 w 2543996"/>
                    <a:gd name="csY1" fmla="*/ 458099 h 3121859"/>
                    <a:gd name="csX2" fmla="*/ 1628091 w 2543996"/>
                    <a:gd name="csY2" fmla="*/ 36840 h 3121859"/>
                    <a:gd name="csX3" fmla="*/ 547033 w 2543996"/>
                    <a:gd name="csY3" fmla="*/ 874868 h 3121859"/>
                    <a:gd name="csX4" fmla="*/ 0 w 2543996"/>
                    <a:gd name="csY4" fmla="*/ 2192574 h 3121859"/>
                    <a:gd name="csX0" fmla="*/ 2550439 w 2557108"/>
                    <a:gd name="csY0" fmla="*/ 3131041 h 3131042"/>
                    <a:gd name="csX1" fmla="*/ 2447332 w 2557108"/>
                    <a:gd name="csY1" fmla="*/ 458371 h 3131042"/>
                    <a:gd name="csX2" fmla="*/ 1628091 w 2557108"/>
                    <a:gd name="csY2" fmla="*/ 37112 h 3131042"/>
                    <a:gd name="csX3" fmla="*/ 547033 w 2557108"/>
                    <a:gd name="csY3" fmla="*/ 875140 h 3131042"/>
                    <a:gd name="csX4" fmla="*/ 0 w 2557108"/>
                    <a:gd name="csY4" fmla="*/ 2192846 h 3131042"/>
                    <a:gd name="csX0" fmla="*/ 2545899 w 2554008"/>
                    <a:gd name="csY0" fmla="*/ 2465433 h 2465433"/>
                    <a:gd name="csX1" fmla="*/ 2447332 w 2554008"/>
                    <a:gd name="csY1" fmla="*/ 443226 h 2465433"/>
                    <a:gd name="csX2" fmla="*/ 1628091 w 2554008"/>
                    <a:gd name="csY2" fmla="*/ 21967 h 2465433"/>
                    <a:gd name="csX3" fmla="*/ 547033 w 2554008"/>
                    <a:gd name="csY3" fmla="*/ 859995 h 2465433"/>
                    <a:gd name="csX4" fmla="*/ 0 w 2554008"/>
                    <a:gd name="csY4" fmla="*/ 2177701 h 2465433"/>
                    <a:gd name="csX0" fmla="*/ 2545899 w 2554008"/>
                    <a:gd name="csY0" fmla="*/ 2465432 h 2465432"/>
                    <a:gd name="csX1" fmla="*/ 2447332 w 2554008"/>
                    <a:gd name="csY1" fmla="*/ 443225 h 2465432"/>
                    <a:gd name="csX2" fmla="*/ 1628091 w 2554008"/>
                    <a:gd name="csY2" fmla="*/ 21966 h 2465432"/>
                    <a:gd name="csX3" fmla="*/ 547033 w 2554008"/>
                    <a:gd name="csY3" fmla="*/ 859994 h 2465432"/>
                    <a:gd name="csX4" fmla="*/ 0 w 2554008"/>
                    <a:gd name="csY4" fmla="*/ 2177700 h 24654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27" name="Free-form: Shape 26">
                  <a:extLst>
                    <a:ext uri="{FF2B5EF4-FFF2-40B4-BE49-F238E27FC236}">
                      <a16:creationId xmlns:a16="http://schemas.microsoft.com/office/drawing/2014/main" id="{81B1B4BC-53C6-CE4C-51FB-B2E9A3441151}"/>
                    </a:ext>
                  </a:extLst>
                </p:cNvPr>
                <p:cNvSpPr/>
                <p:nvPr/>
              </p:nvSpPr>
              <p:spPr>
                <a:xfrm>
                  <a:off x="5563599" y="1575550"/>
                  <a:ext cx="1577887" cy="186183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389432 w 2405939"/>
                    <a:gd name="csY0" fmla="*/ 3775203 h 3775204"/>
                    <a:gd name="csX1" fmla="*/ 2338400 w 2405939"/>
                    <a:gd name="csY1" fmla="*/ 548400 h 3775204"/>
                    <a:gd name="csX2" fmla="*/ 1714115 w 2405939"/>
                    <a:gd name="csY2" fmla="*/ 32993 h 3775204"/>
                    <a:gd name="csX3" fmla="*/ 585579 w 2405939"/>
                    <a:gd name="csY3" fmla="*/ 906075 h 3775204"/>
                    <a:gd name="csX4" fmla="*/ 0 w 2405939"/>
                    <a:gd name="csY4" fmla="*/ 2516739 h 3775204"/>
                    <a:gd name="csX0" fmla="*/ 2389432 w 2410258"/>
                    <a:gd name="csY0" fmla="*/ 3775203 h 3775202"/>
                    <a:gd name="csX1" fmla="*/ 2338400 w 2410258"/>
                    <a:gd name="csY1" fmla="*/ 548400 h 3775202"/>
                    <a:gd name="csX2" fmla="*/ 1714115 w 2410258"/>
                    <a:gd name="csY2" fmla="*/ 32993 h 3775202"/>
                    <a:gd name="csX3" fmla="*/ 585579 w 2410258"/>
                    <a:gd name="csY3" fmla="*/ 906075 h 3775202"/>
                    <a:gd name="csX4" fmla="*/ 0 w 2410258"/>
                    <a:gd name="csY4" fmla="*/ 2516739 h 3775202"/>
                    <a:gd name="csX0" fmla="*/ 2392379 w 2411941"/>
                    <a:gd name="csY0" fmla="*/ 3741868 h 3741868"/>
                    <a:gd name="csX1" fmla="*/ 2338400 w 2411941"/>
                    <a:gd name="csY1" fmla="*/ 547477 h 3741868"/>
                    <a:gd name="csX2" fmla="*/ 1714115 w 2411941"/>
                    <a:gd name="csY2" fmla="*/ 32070 h 3741868"/>
                    <a:gd name="csX3" fmla="*/ 585579 w 2411941"/>
                    <a:gd name="csY3" fmla="*/ 905152 h 3741868"/>
                    <a:gd name="csX4" fmla="*/ 0 w 2411941"/>
                    <a:gd name="csY4" fmla="*/ 2515816 h 3741868"/>
                    <a:gd name="csX0" fmla="*/ 2418898 w 2429245"/>
                    <a:gd name="csY0" fmla="*/ 3753987 h 3753987"/>
                    <a:gd name="csX1" fmla="*/ 2338400 w 2429245"/>
                    <a:gd name="csY1" fmla="*/ 547810 h 3753987"/>
                    <a:gd name="csX2" fmla="*/ 1714115 w 2429245"/>
                    <a:gd name="csY2" fmla="*/ 32403 h 3753987"/>
                    <a:gd name="csX3" fmla="*/ 585579 w 2429245"/>
                    <a:gd name="csY3" fmla="*/ 905485 h 3753987"/>
                    <a:gd name="csX4" fmla="*/ 0 w 2429245"/>
                    <a:gd name="csY4" fmla="*/ 2516149 h 3753987"/>
                    <a:gd name="csX0" fmla="*/ 2421845 w 2431415"/>
                    <a:gd name="csY0" fmla="*/ 3760047 h 3760047"/>
                    <a:gd name="csX1" fmla="*/ 2338400 w 2431415"/>
                    <a:gd name="csY1" fmla="*/ 547977 h 3760047"/>
                    <a:gd name="csX2" fmla="*/ 1714115 w 2431415"/>
                    <a:gd name="csY2" fmla="*/ 32570 h 3760047"/>
                    <a:gd name="csX3" fmla="*/ 585579 w 2431415"/>
                    <a:gd name="csY3" fmla="*/ 905652 h 3760047"/>
                    <a:gd name="csX4" fmla="*/ 0 w 2431415"/>
                    <a:gd name="csY4" fmla="*/ 2516316 h 3760047"/>
                    <a:gd name="csX0" fmla="*/ 2510243 w 2511717"/>
                    <a:gd name="csY0" fmla="*/ 2689206 h 2689206"/>
                    <a:gd name="csX1" fmla="*/ 2338400 w 2511717"/>
                    <a:gd name="csY1" fmla="*/ 529063 h 2689206"/>
                    <a:gd name="csX2" fmla="*/ 1714115 w 2511717"/>
                    <a:gd name="csY2" fmla="*/ 13656 h 2689206"/>
                    <a:gd name="csX3" fmla="*/ 585579 w 2511717"/>
                    <a:gd name="csY3" fmla="*/ 886738 h 2689206"/>
                    <a:gd name="csX4" fmla="*/ 0 w 2511717"/>
                    <a:gd name="csY4" fmla="*/ 2497402 h 2689206"/>
                    <a:gd name="csX0" fmla="*/ 2424792 w 2433637"/>
                    <a:gd name="csY0" fmla="*/ 2879804 h 2879804"/>
                    <a:gd name="csX1" fmla="*/ 2338400 w 2433637"/>
                    <a:gd name="csY1" fmla="*/ 531080 h 2879804"/>
                    <a:gd name="csX2" fmla="*/ 1714115 w 2433637"/>
                    <a:gd name="csY2" fmla="*/ 15673 h 2879804"/>
                    <a:gd name="csX3" fmla="*/ 585579 w 2433637"/>
                    <a:gd name="csY3" fmla="*/ 888755 h 2879804"/>
                    <a:gd name="csX4" fmla="*/ 0 w 2433637"/>
                    <a:gd name="csY4" fmla="*/ 2499419 h 2879804"/>
                    <a:gd name="csX0" fmla="*/ 2424792 w 2440614"/>
                    <a:gd name="csY0" fmla="*/ 2879804 h 2879804"/>
                    <a:gd name="csX1" fmla="*/ 2338400 w 2440614"/>
                    <a:gd name="csY1" fmla="*/ 531080 h 2879804"/>
                    <a:gd name="csX2" fmla="*/ 1714115 w 2440614"/>
                    <a:gd name="csY2" fmla="*/ 15673 h 2879804"/>
                    <a:gd name="csX3" fmla="*/ 585579 w 2440614"/>
                    <a:gd name="csY3" fmla="*/ 888755 h 2879804"/>
                    <a:gd name="csX4" fmla="*/ 0 w 2440614"/>
                    <a:gd name="csY4" fmla="*/ 2499419 h 28798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28" name="Free-form: Shape 27">
                  <a:extLst>
                    <a:ext uri="{FF2B5EF4-FFF2-40B4-BE49-F238E27FC236}">
                      <a16:creationId xmlns:a16="http://schemas.microsoft.com/office/drawing/2014/main" id="{870D2E1F-7C91-DD49-DF75-7A049D1523BB}"/>
                    </a:ext>
                  </a:extLst>
                </p:cNvPr>
                <p:cNvSpPr/>
                <p:nvPr/>
              </p:nvSpPr>
              <p:spPr>
                <a:xfrm>
                  <a:off x="5867401" y="1843239"/>
                  <a:ext cx="1081084" cy="1580811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401218 w 2412558"/>
                    <a:gd name="csY0" fmla="*/ 2710011 h 2710011"/>
                    <a:gd name="csX1" fmla="*/ 2338400 w 2412558"/>
                    <a:gd name="csY1" fmla="*/ 520402 h 2710011"/>
                    <a:gd name="csX2" fmla="*/ 1714115 w 2412558"/>
                    <a:gd name="csY2" fmla="*/ 4995 h 2710011"/>
                    <a:gd name="csX3" fmla="*/ 611897 w 2412558"/>
                    <a:gd name="csY3" fmla="*/ 698673 h 2710011"/>
                    <a:gd name="csX4" fmla="*/ 0 w 2412558"/>
                    <a:gd name="csY4" fmla="*/ 2488741 h 2710011"/>
                    <a:gd name="csX0" fmla="*/ 2401218 w 2411526"/>
                    <a:gd name="csY0" fmla="*/ 2684273 h 2684273"/>
                    <a:gd name="csX1" fmla="*/ 2338400 w 2411526"/>
                    <a:gd name="csY1" fmla="*/ 494664 h 2684273"/>
                    <a:gd name="csX2" fmla="*/ 1731661 w 2411526"/>
                    <a:gd name="csY2" fmla="*/ 5835 h 2684273"/>
                    <a:gd name="csX3" fmla="*/ 611897 w 2411526"/>
                    <a:gd name="csY3" fmla="*/ 672935 h 2684273"/>
                    <a:gd name="csX4" fmla="*/ 0 w 2411526"/>
                    <a:gd name="csY4" fmla="*/ 2463003 h 2684273"/>
                    <a:gd name="csX0" fmla="*/ 2418764 w 2429072"/>
                    <a:gd name="csY0" fmla="*/ 2684273 h 2684273"/>
                    <a:gd name="csX1" fmla="*/ 2355946 w 2429072"/>
                    <a:gd name="csY1" fmla="*/ 494664 h 2684273"/>
                    <a:gd name="csX2" fmla="*/ 1749207 w 2429072"/>
                    <a:gd name="csY2" fmla="*/ 5835 h 2684273"/>
                    <a:gd name="csX3" fmla="*/ 629443 w 2429072"/>
                    <a:gd name="csY3" fmla="*/ 672935 h 2684273"/>
                    <a:gd name="csX4" fmla="*/ 0 w 2429072"/>
                    <a:gd name="csY4" fmla="*/ 2416492 h 2684273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697471 h 2697471"/>
                    <a:gd name="csX1" fmla="*/ 2355946 w 2429072"/>
                    <a:gd name="csY1" fmla="*/ 507862 h 2697471"/>
                    <a:gd name="csX2" fmla="*/ 1749207 w 2429072"/>
                    <a:gd name="csY2" fmla="*/ 19033 h 2697471"/>
                    <a:gd name="csX3" fmla="*/ 576806 w 2429072"/>
                    <a:gd name="csY3" fmla="*/ 925338 h 2697471"/>
                    <a:gd name="csX4" fmla="*/ 0 w 2429072"/>
                    <a:gd name="csY4" fmla="*/ 2429690 h 2697471"/>
                    <a:gd name="csX0" fmla="*/ 2418764 w 2446489"/>
                    <a:gd name="csY0" fmla="*/ 2648810 h 2648810"/>
                    <a:gd name="csX1" fmla="*/ 2355946 w 2446489"/>
                    <a:gd name="csY1" fmla="*/ 459201 h 2648810"/>
                    <a:gd name="csX2" fmla="*/ 1477245 w 2446489"/>
                    <a:gd name="csY2" fmla="*/ 23529 h 2648810"/>
                    <a:gd name="csX3" fmla="*/ 576806 w 2446489"/>
                    <a:gd name="csY3" fmla="*/ 876677 h 2648810"/>
                    <a:gd name="csX4" fmla="*/ 0 w 2446489"/>
                    <a:gd name="csY4" fmla="*/ 2381029 h 2648810"/>
                    <a:gd name="csX0" fmla="*/ 2418764 w 2447085"/>
                    <a:gd name="csY0" fmla="*/ 2596376 h 2596376"/>
                    <a:gd name="csX1" fmla="*/ 2355946 w 2447085"/>
                    <a:gd name="csY1" fmla="*/ 406767 h 2596376"/>
                    <a:gd name="csX2" fmla="*/ 1468472 w 2447085"/>
                    <a:gd name="csY2" fmla="*/ 30897 h 2596376"/>
                    <a:gd name="csX3" fmla="*/ 576806 w 2447085"/>
                    <a:gd name="csY3" fmla="*/ 824243 h 2596376"/>
                    <a:gd name="csX4" fmla="*/ 0 w 2447085"/>
                    <a:gd name="csY4" fmla="*/ 2328595 h 2596376"/>
                    <a:gd name="csX0" fmla="*/ 2396833 w 2436965"/>
                    <a:gd name="csY0" fmla="*/ 3780840 h 3780840"/>
                    <a:gd name="csX1" fmla="*/ 2355946 w 2436965"/>
                    <a:gd name="csY1" fmla="*/ 451688 h 3780840"/>
                    <a:gd name="csX2" fmla="*/ 1468472 w 2436965"/>
                    <a:gd name="csY2" fmla="*/ 75818 h 3780840"/>
                    <a:gd name="csX3" fmla="*/ 576806 w 2436965"/>
                    <a:gd name="csY3" fmla="*/ 869164 h 3780840"/>
                    <a:gd name="csX4" fmla="*/ 0 w 2436965"/>
                    <a:gd name="csY4" fmla="*/ 2373516 h 3780840"/>
                    <a:gd name="csX0" fmla="*/ 2396833 w 2433246"/>
                    <a:gd name="csY0" fmla="*/ 3780840 h 3780840"/>
                    <a:gd name="csX1" fmla="*/ 2355946 w 2433246"/>
                    <a:gd name="csY1" fmla="*/ 451688 h 3780840"/>
                    <a:gd name="csX2" fmla="*/ 1468472 w 2433246"/>
                    <a:gd name="csY2" fmla="*/ 75818 h 3780840"/>
                    <a:gd name="csX3" fmla="*/ 576806 w 2433246"/>
                    <a:gd name="csY3" fmla="*/ 869164 h 3780840"/>
                    <a:gd name="csX4" fmla="*/ 0 w 2433246"/>
                    <a:gd name="csY4" fmla="*/ 2373516 h 3780840"/>
                    <a:gd name="csX0" fmla="*/ 2396833 w 2438256"/>
                    <a:gd name="csY0" fmla="*/ 3780840 h 3780840"/>
                    <a:gd name="csX1" fmla="*/ 2355946 w 2438256"/>
                    <a:gd name="csY1" fmla="*/ 451688 h 3780840"/>
                    <a:gd name="csX2" fmla="*/ 1468472 w 2438256"/>
                    <a:gd name="csY2" fmla="*/ 75818 h 3780840"/>
                    <a:gd name="csX3" fmla="*/ 576806 w 2438256"/>
                    <a:gd name="csY3" fmla="*/ 869164 h 3780840"/>
                    <a:gd name="csX4" fmla="*/ 0 w 2438256"/>
                    <a:gd name="csY4" fmla="*/ 2373516 h 3780840"/>
                    <a:gd name="csX0" fmla="*/ 2431924 w 2455523"/>
                    <a:gd name="csY0" fmla="*/ 3777351 h 3777350"/>
                    <a:gd name="csX1" fmla="*/ 2355946 w 2455523"/>
                    <a:gd name="csY1" fmla="*/ 451521 h 3777350"/>
                    <a:gd name="csX2" fmla="*/ 1468472 w 2455523"/>
                    <a:gd name="csY2" fmla="*/ 75651 h 3777350"/>
                    <a:gd name="csX3" fmla="*/ 576806 w 2455523"/>
                    <a:gd name="csY3" fmla="*/ 868997 h 3777350"/>
                    <a:gd name="csX4" fmla="*/ 0 w 2455523"/>
                    <a:gd name="csY4" fmla="*/ 2373349 h 3777350"/>
                    <a:gd name="csX0" fmla="*/ 2471402 w 2480541"/>
                    <a:gd name="csY0" fmla="*/ 3791314 h 3791314"/>
                    <a:gd name="csX1" fmla="*/ 2355946 w 2480541"/>
                    <a:gd name="csY1" fmla="*/ 452194 h 3791314"/>
                    <a:gd name="csX2" fmla="*/ 1468472 w 2480541"/>
                    <a:gd name="csY2" fmla="*/ 76324 h 3791314"/>
                    <a:gd name="csX3" fmla="*/ 576806 w 2480541"/>
                    <a:gd name="csY3" fmla="*/ 869670 h 3791314"/>
                    <a:gd name="csX4" fmla="*/ 0 w 2480541"/>
                    <a:gd name="csY4" fmla="*/ 2374022 h 3791314"/>
                    <a:gd name="csX0" fmla="*/ 2453856 w 2468586"/>
                    <a:gd name="csY0" fmla="*/ 3791314 h 3791314"/>
                    <a:gd name="csX1" fmla="*/ 2355946 w 2468586"/>
                    <a:gd name="csY1" fmla="*/ 452194 h 3791314"/>
                    <a:gd name="csX2" fmla="*/ 1468472 w 2468586"/>
                    <a:gd name="csY2" fmla="*/ 76324 h 3791314"/>
                    <a:gd name="csX3" fmla="*/ 576806 w 2468586"/>
                    <a:gd name="csY3" fmla="*/ 869670 h 3791314"/>
                    <a:gd name="csX4" fmla="*/ 0 w 2468586"/>
                    <a:gd name="csY4" fmla="*/ 2374022 h 3791314"/>
                    <a:gd name="csX0" fmla="*/ 2467016 w 2477419"/>
                    <a:gd name="csY0" fmla="*/ 3794805 h 3794805"/>
                    <a:gd name="csX1" fmla="*/ 2355946 w 2477419"/>
                    <a:gd name="csY1" fmla="*/ 452363 h 3794805"/>
                    <a:gd name="csX2" fmla="*/ 1468472 w 2477419"/>
                    <a:gd name="csY2" fmla="*/ 76493 h 3794805"/>
                    <a:gd name="csX3" fmla="*/ 576806 w 2477419"/>
                    <a:gd name="csY3" fmla="*/ 869839 h 3794805"/>
                    <a:gd name="csX4" fmla="*/ 0 w 2477419"/>
                    <a:gd name="csY4" fmla="*/ 2374191 h 3794805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  <a:gd name="csX0" fmla="*/ 2480175 w 2489312"/>
                    <a:gd name="csY0" fmla="*/ 2756902 h 2756902"/>
                    <a:gd name="csX1" fmla="*/ 2364719 w 2489312"/>
                    <a:gd name="csY1" fmla="*/ 411144 h 2756902"/>
                    <a:gd name="csX2" fmla="*/ 1477245 w 2489312"/>
                    <a:gd name="csY2" fmla="*/ 35274 h 2756902"/>
                    <a:gd name="csX3" fmla="*/ 585579 w 2489312"/>
                    <a:gd name="csY3" fmla="*/ 828620 h 2756902"/>
                    <a:gd name="csX4" fmla="*/ 0 w 2489312"/>
                    <a:gd name="csY4" fmla="*/ 2352891 h 27569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89312" h="2756902">
                      <a:moveTo>
                        <a:pt x="2480175" y="2756902"/>
                      </a:moveTo>
                      <a:cubicBezTo>
                        <a:pt x="2483800" y="1116989"/>
                        <a:pt x="2531874" y="864749"/>
                        <a:pt x="2364719" y="411144"/>
                      </a:cubicBezTo>
                      <a:cubicBezTo>
                        <a:pt x="2197564" y="-42461"/>
                        <a:pt x="1773768" y="-34305"/>
                        <a:pt x="1477245" y="35274"/>
                      </a:cubicBezTo>
                      <a:cubicBezTo>
                        <a:pt x="1180722" y="104853"/>
                        <a:pt x="831786" y="442351"/>
                        <a:pt x="585579" y="828620"/>
                      </a:cubicBezTo>
                      <a:cubicBezTo>
                        <a:pt x="339372" y="1214889"/>
                        <a:pt x="31242" y="2018627"/>
                        <a:pt x="0" y="2352891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F475903-4F57-A847-9C93-4057B2E3ACB9}"/>
                </a:ext>
              </a:extLst>
            </p:cNvPr>
            <p:cNvGrpSpPr/>
            <p:nvPr/>
          </p:nvGrpSpPr>
          <p:grpSpPr>
            <a:xfrm>
              <a:off x="4512938" y="3187699"/>
              <a:ext cx="1664948" cy="470157"/>
              <a:chOff x="4512938" y="3187699"/>
              <a:chExt cx="1664948" cy="470157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A638952-736A-3586-ED8F-DCBE82666A02}"/>
                  </a:ext>
                </a:extLst>
              </p:cNvPr>
              <p:cNvGrpSpPr/>
              <p:nvPr/>
            </p:nvGrpSpPr>
            <p:grpSpPr>
              <a:xfrm>
                <a:off x="4512938" y="3187699"/>
                <a:ext cx="721541" cy="470157"/>
                <a:chOff x="4512938" y="3187699"/>
                <a:chExt cx="721541" cy="470157"/>
              </a:xfrm>
            </p:grpSpPr>
            <p:sp>
              <p:nvSpPr>
                <p:cNvPr id="32" name="Free-form: Shape 31">
                  <a:extLst>
                    <a:ext uri="{FF2B5EF4-FFF2-40B4-BE49-F238E27FC236}">
                      <a16:creationId xmlns:a16="http://schemas.microsoft.com/office/drawing/2014/main" id="{1EEDBA93-EF0A-2DED-21CD-A90AA33B219E}"/>
                    </a:ext>
                  </a:extLst>
                </p:cNvPr>
                <p:cNvSpPr/>
                <p:nvPr/>
              </p:nvSpPr>
              <p:spPr>
                <a:xfrm>
                  <a:off x="4512938" y="3187700"/>
                  <a:ext cx="132638" cy="459944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33" name="Free-form: Shape 32">
                  <a:extLst>
                    <a:ext uri="{FF2B5EF4-FFF2-40B4-BE49-F238E27FC236}">
                      <a16:creationId xmlns:a16="http://schemas.microsoft.com/office/drawing/2014/main" id="{9EFE2A9F-1B34-F997-3CC1-2657FFC69849}"/>
                    </a:ext>
                  </a:extLst>
                </p:cNvPr>
                <p:cNvSpPr/>
                <p:nvPr/>
              </p:nvSpPr>
              <p:spPr>
                <a:xfrm>
                  <a:off x="4713509" y="3187700"/>
                  <a:ext cx="100348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82568 w 100348"/>
                    <a:gd name="csY0" fmla="*/ 0 h 480060"/>
                    <a:gd name="csX1" fmla="*/ 18 w 100348"/>
                    <a:gd name="csY1" fmla="*/ 222885 h 480060"/>
                    <a:gd name="csX2" fmla="*/ 100348 w 10034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36" name="Free-form: Shape 35">
                  <a:extLst>
                    <a:ext uri="{FF2B5EF4-FFF2-40B4-BE49-F238E27FC236}">
                      <a16:creationId xmlns:a16="http://schemas.microsoft.com/office/drawing/2014/main" id="{BA931190-C6F5-A794-A8EE-F3AABD28684B}"/>
                    </a:ext>
                  </a:extLst>
                </p:cNvPr>
                <p:cNvSpPr/>
                <p:nvPr/>
              </p:nvSpPr>
              <p:spPr>
                <a:xfrm>
                  <a:off x="4957636" y="3187700"/>
                  <a:ext cx="75600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57820 w 75600"/>
                    <a:gd name="csY0" fmla="*/ 0 h 480060"/>
                    <a:gd name="csX1" fmla="*/ 35 w 75600"/>
                    <a:gd name="csY1" fmla="*/ 215265 h 480060"/>
                    <a:gd name="csX2" fmla="*/ 75600 w 75600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38" name="Free-form: Shape 37">
                  <a:extLst>
                    <a:ext uri="{FF2B5EF4-FFF2-40B4-BE49-F238E27FC236}">
                      <a16:creationId xmlns:a16="http://schemas.microsoft.com/office/drawing/2014/main" id="{0468760D-E0FD-67DF-84DA-80ADC0E12386}"/>
                    </a:ext>
                  </a:extLst>
                </p:cNvPr>
                <p:cNvSpPr/>
                <p:nvPr/>
              </p:nvSpPr>
              <p:spPr>
                <a:xfrm>
                  <a:off x="5168421" y="3187699"/>
                  <a:ext cx="66058" cy="470157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35185 w 52965"/>
                    <a:gd name="csY0" fmla="*/ 0 h 480060"/>
                    <a:gd name="csX1" fmla="*/ 260 w 52965"/>
                    <a:gd name="csY1" fmla="*/ 228600 h 480060"/>
                    <a:gd name="csX2" fmla="*/ 52965 w 52965"/>
                    <a:gd name="csY2" fmla="*/ 480060 h 480060"/>
                    <a:gd name="csX0" fmla="*/ 34961 w 52741"/>
                    <a:gd name="csY0" fmla="*/ 0 h 480060"/>
                    <a:gd name="csX1" fmla="*/ 36 w 52741"/>
                    <a:gd name="csY1" fmla="*/ 228600 h 480060"/>
                    <a:gd name="csX2" fmla="*/ 52741 w 52741"/>
                    <a:gd name="csY2" fmla="*/ 480060 h 480060"/>
                    <a:gd name="csX0" fmla="*/ 48278 w 66058"/>
                    <a:gd name="csY0" fmla="*/ 0 h 480060"/>
                    <a:gd name="csX1" fmla="*/ 18 w 66058"/>
                    <a:gd name="csY1" fmla="*/ 224790 h 480060"/>
                    <a:gd name="csX2" fmla="*/ 66058 w 6605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D2D32DA-5ED2-A571-F66D-F274E1EEF33F}"/>
                  </a:ext>
                </a:extLst>
              </p:cNvPr>
              <p:cNvGrpSpPr/>
              <p:nvPr/>
            </p:nvGrpSpPr>
            <p:grpSpPr>
              <a:xfrm flipH="1">
                <a:off x="5457888" y="3187699"/>
                <a:ext cx="719998" cy="470157"/>
                <a:chOff x="4512939" y="3187699"/>
                <a:chExt cx="721540" cy="470157"/>
              </a:xfrm>
            </p:grpSpPr>
            <p:sp>
              <p:nvSpPr>
                <p:cNvPr id="43" name="Free-form: Shape 42">
                  <a:extLst>
                    <a:ext uri="{FF2B5EF4-FFF2-40B4-BE49-F238E27FC236}">
                      <a16:creationId xmlns:a16="http://schemas.microsoft.com/office/drawing/2014/main" id="{D7FEF06B-E608-A356-CD51-AE931B763E34}"/>
                    </a:ext>
                  </a:extLst>
                </p:cNvPr>
                <p:cNvSpPr/>
                <p:nvPr/>
              </p:nvSpPr>
              <p:spPr>
                <a:xfrm>
                  <a:off x="4512939" y="3187700"/>
                  <a:ext cx="134669" cy="466985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46" name="Free-form: Shape 45">
                  <a:extLst>
                    <a:ext uri="{FF2B5EF4-FFF2-40B4-BE49-F238E27FC236}">
                      <a16:creationId xmlns:a16="http://schemas.microsoft.com/office/drawing/2014/main" id="{8B9CC253-E164-A32F-36CF-09A7DDC4732F}"/>
                    </a:ext>
                  </a:extLst>
                </p:cNvPr>
                <p:cNvSpPr/>
                <p:nvPr/>
              </p:nvSpPr>
              <p:spPr>
                <a:xfrm>
                  <a:off x="4713509" y="3187700"/>
                  <a:ext cx="100348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82568 w 100348"/>
                    <a:gd name="csY0" fmla="*/ 0 h 480060"/>
                    <a:gd name="csX1" fmla="*/ 18 w 100348"/>
                    <a:gd name="csY1" fmla="*/ 222885 h 480060"/>
                    <a:gd name="csX2" fmla="*/ 100348 w 10034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47" name="Free-form: Shape 46">
                  <a:extLst>
                    <a:ext uri="{FF2B5EF4-FFF2-40B4-BE49-F238E27FC236}">
                      <a16:creationId xmlns:a16="http://schemas.microsoft.com/office/drawing/2014/main" id="{43C5FF02-2B58-1E7B-944F-B6B8BF4B6D53}"/>
                    </a:ext>
                  </a:extLst>
                </p:cNvPr>
                <p:cNvSpPr/>
                <p:nvPr/>
              </p:nvSpPr>
              <p:spPr>
                <a:xfrm>
                  <a:off x="4957636" y="3187700"/>
                  <a:ext cx="75600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57820 w 75600"/>
                    <a:gd name="csY0" fmla="*/ 0 h 480060"/>
                    <a:gd name="csX1" fmla="*/ 35 w 75600"/>
                    <a:gd name="csY1" fmla="*/ 215265 h 480060"/>
                    <a:gd name="csX2" fmla="*/ 75600 w 75600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48" name="Free-form: Shape 47">
                  <a:extLst>
                    <a:ext uri="{FF2B5EF4-FFF2-40B4-BE49-F238E27FC236}">
                      <a16:creationId xmlns:a16="http://schemas.microsoft.com/office/drawing/2014/main" id="{3D4EE06D-5A19-1E28-79A8-7C7EB14793FB}"/>
                    </a:ext>
                  </a:extLst>
                </p:cNvPr>
                <p:cNvSpPr/>
                <p:nvPr/>
              </p:nvSpPr>
              <p:spPr>
                <a:xfrm>
                  <a:off x="5168421" y="3187699"/>
                  <a:ext cx="66058" cy="470157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35185 w 52965"/>
                    <a:gd name="csY0" fmla="*/ 0 h 480060"/>
                    <a:gd name="csX1" fmla="*/ 260 w 52965"/>
                    <a:gd name="csY1" fmla="*/ 228600 h 480060"/>
                    <a:gd name="csX2" fmla="*/ 52965 w 52965"/>
                    <a:gd name="csY2" fmla="*/ 480060 h 480060"/>
                    <a:gd name="csX0" fmla="*/ 34961 w 52741"/>
                    <a:gd name="csY0" fmla="*/ 0 h 480060"/>
                    <a:gd name="csX1" fmla="*/ 36 w 52741"/>
                    <a:gd name="csY1" fmla="*/ 228600 h 480060"/>
                    <a:gd name="csX2" fmla="*/ 52741 w 52741"/>
                    <a:gd name="csY2" fmla="*/ 480060 h 480060"/>
                    <a:gd name="csX0" fmla="*/ 48278 w 66058"/>
                    <a:gd name="csY0" fmla="*/ 0 h 480060"/>
                    <a:gd name="csX1" fmla="*/ 18 w 66058"/>
                    <a:gd name="csY1" fmla="*/ 224790 h 480060"/>
                    <a:gd name="csX2" fmla="*/ 66058 w 6605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85381B9-6C75-6D17-D5C7-77D9F01A7082}"/>
                  </a:ext>
                </a:extLst>
              </p:cNvPr>
              <p:cNvCxnSpPr/>
              <p:nvPr/>
            </p:nvCxnSpPr>
            <p:spPr>
              <a:xfrm>
                <a:off x="5345430" y="3187699"/>
                <a:ext cx="0" cy="466984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19E9AAE1-6C4C-19B6-F0A1-5164B0BDD9DF}"/>
                </a:ext>
              </a:extLst>
            </p:cNvPr>
            <p:cNvSpPr/>
            <p:nvPr/>
          </p:nvSpPr>
          <p:spPr>
            <a:xfrm>
              <a:off x="7301030" y="3325177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389F6D5A-89D7-1748-A157-4DD7EF921324}"/>
                </a:ext>
              </a:extLst>
            </p:cNvPr>
            <p:cNvSpPr/>
            <p:nvPr/>
          </p:nvSpPr>
          <p:spPr>
            <a:xfrm>
              <a:off x="7477187" y="3323653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4527AD76-8E2A-7049-8EAA-D5869BE6FA16}"/>
                </a:ext>
              </a:extLst>
            </p:cNvPr>
            <p:cNvSpPr/>
            <p:nvPr/>
          </p:nvSpPr>
          <p:spPr>
            <a:xfrm>
              <a:off x="6866141" y="3333755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FCF795E1-33D8-5D09-3A76-A53559E226CD}"/>
                </a:ext>
              </a:extLst>
            </p:cNvPr>
            <p:cNvSpPr/>
            <p:nvPr/>
          </p:nvSpPr>
          <p:spPr>
            <a:xfrm>
              <a:off x="7055633" y="3332231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4DD03BF0-458B-FEF5-4A05-35CBA1717BA2}"/>
                </a:ext>
              </a:extLst>
            </p:cNvPr>
            <p:cNvSpPr/>
            <p:nvPr/>
          </p:nvSpPr>
          <p:spPr>
            <a:xfrm rot="10800000">
              <a:off x="5291763" y="3365090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CDCECF9F-4CAF-DCA6-0F85-E5352C32240B}"/>
                </a:ext>
              </a:extLst>
            </p:cNvPr>
            <p:cNvSpPr/>
            <p:nvPr/>
          </p:nvSpPr>
          <p:spPr>
            <a:xfrm rot="10800000">
              <a:off x="5468044" y="3365091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94E63BF5-4A93-5116-C2C4-708AA412B933}"/>
                </a:ext>
              </a:extLst>
            </p:cNvPr>
            <p:cNvSpPr/>
            <p:nvPr/>
          </p:nvSpPr>
          <p:spPr>
            <a:xfrm rot="10800000">
              <a:off x="5918328" y="3366332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E7C3E25C-104A-9D1C-F682-33B57A8F8D2C}"/>
                </a:ext>
              </a:extLst>
            </p:cNvPr>
            <p:cNvSpPr/>
            <p:nvPr/>
          </p:nvSpPr>
          <p:spPr>
            <a:xfrm rot="10800000">
              <a:off x="5677554" y="3365090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12ABD5EC-7CE8-E531-A74C-D747E4343394}"/>
                </a:ext>
              </a:extLst>
            </p:cNvPr>
            <p:cNvSpPr/>
            <p:nvPr/>
          </p:nvSpPr>
          <p:spPr>
            <a:xfrm rot="10800000">
              <a:off x="6121714" y="3362890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5D4F3E2F-20E3-A40D-EA22-6F6927EAAFE3}"/>
                </a:ext>
              </a:extLst>
            </p:cNvPr>
            <p:cNvSpPr/>
            <p:nvPr/>
          </p:nvSpPr>
          <p:spPr>
            <a:xfrm rot="10800000">
              <a:off x="4464407" y="3365091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D53E099C-B58D-3B70-AA9A-27C3D3C0ED97}"/>
                </a:ext>
              </a:extLst>
            </p:cNvPr>
            <p:cNvSpPr/>
            <p:nvPr/>
          </p:nvSpPr>
          <p:spPr>
            <a:xfrm rot="10800000">
              <a:off x="4904248" y="3362339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D7647402-46C6-1C4B-A368-DB41BDA59016}"/>
                </a:ext>
              </a:extLst>
            </p:cNvPr>
            <p:cNvSpPr/>
            <p:nvPr/>
          </p:nvSpPr>
          <p:spPr>
            <a:xfrm rot="10800000">
              <a:off x="4663214" y="3362890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8BB0E181-5F7F-B8BE-985C-540ACCFFE73D}"/>
                </a:ext>
              </a:extLst>
            </p:cNvPr>
            <p:cNvSpPr/>
            <p:nvPr/>
          </p:nvSpPr>
          <p:spPr>
            <a:xfrm rot="10800000">
              <a:off x="5116723" y="3362339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37EBBA12-12A6-040D-551E-917F68BCB946}"/>
                </a:ext>
              </a:extLst>
            </p:cNvPr>
            <p:cNvSpPr/>
            <p:nvPr/>
          </p:nvSpPr>
          <p:spPr>
            <a:xfrm rot="17278291">
              <a:off x="6624841" y="1800645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D9570C9D-0161-AC2F-CC0E-287C83F0DB89}"/>
                </a:ext>
              </a:extLst>
            </p:cNvPr>
            <p:cNvSpPr/>
            <p:nvPr/>
          </p:nvSpPr>
          <p:spPr>
            <a:xfrm rot="17278291">
              <a:off x="6762632" y="1532648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A8905927-C0E1-54A2-F88C-BB5A1524DC1F}"/>
                </a:ext>
              </a:extLst>
            </p:cNvPr>
            <p:cNvSpPr/>
            <p:nvPr/>
          </p:nvSpPr>
          <p:spPr>
            <a:xfrm rot="16862043">
              <a:off x="6831527" y="1288962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26CA82A6-A2BA-D530-0C0E-54C4EBAA9B05}"/>
                </a:ext>
              </a:extLst>
            </p:cNvPr>
            <p:cNvSpPr/>
            <p:nvPr/>
          </p:nvSpPr>
          <p:spPr>
            <a:xfrm rot="16587334">
              <a:off x="6940412" y="1028495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556468A-77EE-C356-048F-6A1E93A4B730}"/>
                </a:ext>
              </a:extLst>
            </p:cNvPr>
            <p:cNvGrpSpPr/>
            <p:nvPr/>
          </p:nvGrpSpPr>
          <p:grpSpPr>
            <a:xfrm flipV="1">
              <a:off x="6608723" y="4941238"/>
              <a:ext cx="426823" cy="876285"/>
              <a:chOff x="8667489" y="1014753"/>
              <a:chExt cx="426823" cy="875918"/>
            </a:xfrm>
          </p:grpSpPr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7B846949-3761-EBC2-5C67-48F592BB29E3}"/>
                  </a:ext>
                </a:extLst>
              </p:cNvPr>
              <p:cNvSpPr/>
              <p:nvPr/>
            </p:nvSpPr>
            <p:spPr>
              <a:xfrm rot="6079320">
                <a:off x="8667423" y="1781257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Isosceles Triangle 84">
                <a:extLst>
                  <a:ext uri="{FF2B5EF4-FFF2-40B4-BE49-F238E27FC236}">
                    <a16:creationId xmlns:a16="http://schemas.microsoft.com/office/drawing/2014/main" id="{F1BFB59B-41BE-89BD-B024-58E781ED6CB4}"/>
                  </a:ext>
                </a:extLst>
              </p:cNvPr>
              <p:cNvSpPr/>
              <p:nvPr/>
            </p:nvSpPr>
            <p:spPr>
              <a:xfrm rot="5802152">
                <a:off x="8805214" y="1515164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6" name="Isosceles Triangle 85">
                <a:extLst>
                  <a:ext uri="{FF2B5EF4-FFF2-40B4-BE49-F238E27FC236}">
                    <a16:creationId xmlns:a16="http://schemas.microsoft.com/office/drawing/2014/main" id="{47925251-4325-0910-71FC-AFD9A2A25836}"/>
                  </a:ext>
                </a:extLst>
              </p:cNvPr>
              <p:cNvSpPr/>
              <p:nvPr/>
            </p:nvSpPr>
            <p:spPr>
              <a:xfrm rot="6047115">
                <a:off x="8874109" y="1273382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7" name="Isosceles Triangle 86">
                <a:extLst>
                  <a:ext uri="{FF2B5EF4-FFF2-40B4-BE49-F238E27FC236}">
                    <a16:creationId xmlns:a16="http://schemas.microsoft.com/office/drawing/2014/main" id="{5D2D5181-CBBC-5C5C-CC54-B33C490C7553}"/>
                  </a:ext>
                </a:extLst>
              </p:cNvPr>
              <p:cNvSpPr/>
              <p:nvPr/>
            </p:nvSpPr>
            <p:spPr>
              <a:xfrm rot="6220158">
                <a:off x="8984899" y="1014819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465C1CC-0973-2D10-05F1-8658DE98DEB6}"/>
              </a:ext>
            </a:extLst>
          </p:cNvPr>
          <p:cNvGrpSpPr/>
          <p:nvPr/>
        </p:nvGrpSpPr>
        <p:grpSpPr>
          <a:xfrm flipH="1">
            <a:off x="3376600" y="514899"/>
            <a:ext cx="3786565" cy="5646909"/>
            <a:chOff x="4470122" y="600595"/>
            <a:chExt cx="3786335" cy="5646909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4614E7EA-67A0-05E4-1EB3-90C66F91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703"/>
            <a:stretch>
              <a:fillRect/>
            </a:stretch>
          </p:blipFill>
          <p:spPr>
            <a:xfrm>
              <a:off x="4484482" y="600595"/>
              <a:ext cx="3771975" cy="5646909"/>
            </a:xfrm>
            <a:prstGeom prst="rect">
              <a:avLst/>
            </a:prstGeom>
          </p:spPr>
        </p:pic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368EA43-2F7A-9263-7196-529B1CB970FB}"/>
                </a:ext>
              </a:extLst>
            </p:cNvPr>
            <p:cNvGrpSpPr/>
            <p:nvPr/>
          </p:nvGrpSpPr>
          <p:grpSpPr>
            <a:xfrm>
              <a:off x="4868418" y="1066860"/>
              <a:ext cx="2663190" cy="4710537"/>
              <a:chOff x="4891278" y="1066860"/>
              <a:chExt cx="2663190" cy="4710537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F75D4517-24AF-F13B-4A62-3ED26CEE7CE6}"/>
                  </a:ext>
                </a:extLst>
              </p:cNvPr>
              <p:cNvGrpSpPr/>
              <p:nvPr/>
            </p:nvGrpSpPr>
            <p:grpSpPr>
              <a:xfrm>
                <a:off x="4891278" y="1066860"/>
                <a:ext cx="2663190" cy="2370522"/>
                <a:chOff x="4891278" y="1066860"/>
                <a:chExt cx="2663190" cy="2370522"/>
              </a:xfrm>
            </p:grpSpPr>
            <p:sp>
              <p:nvSpPr>
                <p:cNvPr id="133" name="Free-form: Shape 132">
                  <a:extLst>
                    <a:ext uri="{FF2B5EF4-FFF2-40B4-BE49-F238E27FC236}">
                      <a16:creationId xmlns:a16="http://schemas.microsoft.com/office/drawing/2014/main" id="{0D8332FA-4CB2-4A9D-4CC7-C892E7C00BF6}"/>
                    </a:ext>
                  </a:extLst>
                </p:cNvPr>
                <p:cNvSpPr/>
                <p:nvPr/>
              </p:nvSpPr>
              <p:spPr>
                <a:xfrm>
                  <a:off x="4891278" y="1066860"/>
                  <a:ext cx="2663190" cy="236671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86050 w 2690236"/>
                    <a:gd name="csY0" fmla="*/ 2201162 h 2201162"/>
                    <a:gd name="csX1" fmla="*/ 2576322 w 2690236"/>
                    <a:gd name="csY1" fmla="*/ 329690 h 2201162"/>
                    <a:gd name="csX2" fmla="*/ 1796034 w 2690236"/>
                    <a:gd name="csY2" fmla="*/ 506 h 2201162"/>
                    <a:gd name="csX3" fmla="*/ 1070610 w 2690236"/>
                    <a:gd name="csY3" fmla="*/ 274826 h 2201162"/>
                    <a:gd name="csX4" fmla="*/ 528066 w 2690236"/>
                    <a:gd name="csY4" fmla="*/ 1006346 h 2201162"/>
                    <a:gd name="csX5" fmla="*/ 0 w 2690236"/>
                    <a:gd name="csY5" fmla="*/ 2065526 h 2201162"/>
                    <a:gd name="csX0" fmla="*/ 2686050 w 2690236"/>
                    <a:gd name="csY0" fmla="*/ 2203943 h 2203943"/>
                    <a:gd name="csX1" fmla="*/ 2576322 w 2690236"/>
                    <a:gd name="csY1" fmla="*/ 332471 h 2203943"/>
                    <a:gd name="csX2" fmla="*/ 1796034 w 2690236"/>
                    <a:gd name="csY2" fmla="*/ 3287 h 2203943"/>
                    <a:gd name="csX3" fmla="*/ 1090930 w 2690236"/>
                    <a:gd name="csY3" fmla="*/ 216647 h 2203943"/>
                    <a:gd name="csX4" fmla="*/ 528066 w 2690236"/>
                    <a:gd name="csY4" fmla="*/ 1009127 h 2203943"/>
                    <a:gd name="csX5" fmla="*/ 0 w 2690236"/>
                    <a:gd name="csY5" fmla="*/ 2068307 h 2203943"/>
                    <a:gd name="csX0" fmla="*/ 2686050 w 2690236"/>
                    <a:gd name="csY0" fmla="*/ 2203036 h 2203036"/>
                    <a:gd name="csX1" fmla="*/ 2576322 w 2690236"/>
                    <a:gd name="csY1" fmla="*/ 331564 h 2203036"/>
                    <a:gd name="csX2" fmla="*/ 1796034 w 2690236"/>
                    <a:gd name="csY2" fmla="*/ 2380 h 2203036"/>
                    <a:gd name="csX3" fmla="*/ 1090930 w 2690236"/>
                    <a:gd name="csY3" fmla="*/ 215740 h 2203036"/>
                    <a:gd name="csX4" fmla="*/ 528066 w 2690236"/>
                    <a:gd name="csY4" fmla="*/ 1008220 h 2203036"/>
                    <a:gd name="csX5" fmla="*/ 0 w 2690236"/>
                    <a:gd name="csY5" fmla="*/ 2067400 h 2203036"/>
                    <a:gd name="csX0" fmla="*/ 2686050 w 2690236"/>
                    <a:gd name="csY0" fmla="*/ 2248905 h 2248905"/>
                    <a:gd name="csX1" fmla="*/ 2576322 w 2690236"/>
                    <a:gd name="csY1" fmla="*/ 377433 h 2248905"/>
                    <a:gd name="csX2" fmla="*/ 1796034 w 2690236"/>
                    <a:gd name="csY2" fmla="*/ 48249 h 2248905"/>
                    <a:gd name="csX3" fmla="*/ 528066 w 2690236"/>
                    <a:gd name="csY3" fmla="*/ 1054089 h 2248905"/>
                    <a:gd name="csX4" fmla="*/ 0 w 2690236"/>
                    <a:gd name="csY4" fmla="*/ 2113269 h 2248905"/>
                    <a:gd name="csX0" fmla="*/ 2686050 w 2690236"/>
                    <a:gd name="csY0" fmla="*/ 2210239 h 2210239"/>
                    <a:gd name="csX1" fmla="*/ 2576322 w 2690236"/>
                    <a:gd name="csY1" fmla="*/ 338767 h 2210239"/>
                    <a:gd name="csX2" fmla="*/ 1796034 w 2690236"/>
                    <a:gd name="csY2" fmla="*/ 9583 h 2210239"/>
                    <a:gd name="csX3" fmla="*/ 931926 w 2690236"/>
                    <a:gd name="csY3" fmla="*/ 470593 h 2210239"/>
                    <a:gd name="csX4" fmla="*/ 0 w 2690236"/>
                    <a:gd name="csY4" fmla="*/ 2074603 h 2210239"/>
                    <a:gd name="csX0" fmla="*/ 2686050 w 2690236"/>
                    <a:gd name="csY0" fmla="*/ 2206931 h 2206931"/>
                    <a:gd name="csX1" fmla="*/ 2576322 w 2690236"/>
                    <a:gd name="csY1" fmla="*/ 335459 h 2206931"/>
                    <a:gd name="csX2" fmla="*/ 1796034 w 2690236"/>
                    <a:gd name="csY2" fmla="*/ 6275 h 2206931"/>
                    <a:gd name="csX3" fmla="*/ 935736 w 2690236"/>
                    <a:gd name="csY3" fmla="*/ 417755 h 2206931"/>
                    <a:gd name="csX4" fmla="*/ 0 w 2690236"/>
                    <a:gd name="csY4" fmla="*/ 2071295 h 2206931"/>
                    <a:gd name="csX0" fmla="*/ 2686050 w 2690384"/>
                    <a:gd name="csY0" fmla="*/ 2275369 h 2275369"/>
                    <a:gd name="csX1" fmla="*/ 2576322 w 2690384"/>
                    <a:gd name="csY1" fmla="*/ 403897 h 2275369"/>
                    <a:gd name="csX2" fmla="*/ 1792224 w 2690384"/>
                    <a:gd name="csY2" fmla="*/ 2323 h 2275369"/>
                    <a:gd name="csX3" fmla="*/ 935736 w 2690384"/>
                    <a:gd name="csY3" fmla="*/ 486193 h 2275369"/>
                    <a:gd name="csX4" fmla="*/ 0 w 2690384"/>
                    <a:gd name="csY4" fmla="*/ 2139733 h 2275369"/>
                    <a:gd name="csX0" fmla="*/ 2686050 w 2690384"/>
                    <a:gd name="csY0" fmla="*/ 2264266 h 2264266"/>
                    <a:gd name="csX1" fmla="*/ 2576322 w 2690384"/>
                    <a:gd name="csY1" fmla="*/ 392794 h 2264266"/>
                    <a:gd name="csX2" fmla="*/ 1792224 w 2690384"/>
                    <a:gd name="csY2" fmla="*/ 2650 h 2264266"/>
                    <a:gd name="csX3" fmla="*/ 935736 w 2690384"/>
                    <a:gd name="csY3" fmla="*/ 475090 h 2264266"/>
                    <a:gd name="csX4" fmla="*/ 0 w 2690384"/>
                    <a:gd name="csY4" fmla="*/ 2128630 h 2264266"/>
                    <a:gd name="csX0" fmla="*/ 2676525 w 2683382"/>
                    <a:gd name="csY0" fmla="*/ 2922789 h 2922789"/>
                    <a:gd name="csX1" fmla="*/ 2576322 w 2683382"/>
                    <a:gd name="csY1" fmla="*/ 403617 h 2922789"/>
                    <a:gd name="csX2" fmla="*/ 1792224 w 2683382"/>
                    <a:gd name="csY2" fmla="*/ 13473 h 2922789"/>
                    <a:gd name="csX3" fmla="*/ 935736 w 2683382"/>
                    <a:gd name="csY3" fmla="*/ 485913 h 2922789"/>
                    <a:gd name="csX4" fmla="*/ 0 w 2683382"/>
                    <a:gd name="csY4" fmla="*/ 2139453 h 2922789"/>
                    <a:gd name="csX0" fmla="*/ 2676525 w 2676806"/>
                    <a:gd name="csY0" fmla="*/ 2922789 h 2922789"/>
                    <a:gd name="csX1" fmla="*/ 2576322 w 2676806"/>
                    <a:gd name="csY1" fmla="*/ 403617 h 2922789"/>
                    <a:gd name="csX2" fmla="*/ 1792224 w 2676806"/>
                    <a:gd name="csY2" fmla="*/ 13473 h 2922789"/>
                    <a:gd name="csX3" fmla="*/ 935736 w 2676806"/>
                    <a:gd name="csY3" fmla="*/ 485913 h 2922789"/>
                    <a:gd name="csX4" fmla="*/ 0 w 2676806"/>
                    <a:gd name="csY4" fmla="*/ 2139453 h 2922789"/>
                    <a:gd name="csX0" fmla="*/ 2676525 w 2676525"/>
                    <a:gd name="csY0" fmla="*/ 2929033 h 2929033"/>
                    <a:gd name="csX1" fmla="*/ 2534412 w 2676525"/>
                    <a:gd name="csY1" fmla="*/ 388906 h 2929033"/>
                    <a:gd name="csX2" fmla="*/ 1792224 w 2676525"/>
                    <a:gd name="csY2" fmla="*/ 19717 h 2929033"/>
                    <a:gd name="csX3" fmla="*/ 935736 w 2676525"/>
                    <a:gd name="csY3" fmla="*/ 492157 h 2929033"/>
                    <a:gd name="csX4" fmla="*/ 0 w 2676525"/>
                    <a:gd name="csY4" fmla="*/ 2145697 h 2929033"/>
                    <a:gd name="csX0" fmla="*/ 2676525 w 2676525"/>
                    <a:gd name="csY0" fmla="*/ 2911869 h 2911869"/>
                    <a:gd name="csX1" fmla="*/ 2534412 w 2676525"/>
                    <a:gd name="csY1" fmla="*/ 371742 h 2911869"/>
                    <a:gd name="csX2" fmla="*/ 1792224 w 2676525"/>
                    <a:gd name="csY2" fmla="*/ 2553 h 2911869"/>
                    <a:gd name="csX3" fmla="*/ 935736 w 2676525"/>
                    <a:gd name="csY3" fmla="*/ 474993 h 2911869"/>
                    <a:gd name="csX4" fmla="*/ 0 w 2676525"/>
                    <a:gd name="csY4" fmla="*/ 2128533 h 2911869"/>
                    <a:gd name="csX0" fmla="*/ 2665095 w 2665095"/>
                    <a:gd name="csY0" fmla="*/ 2927060 h 2927060"/>
                    <a:gd name="csX1" fmla="*/ 2534412 w 2665095"/>
                    <a:gd name="csY1" fmla="*/ 388838 h 2927060"/>
                    <a:gd name="csX2" fmla="*/ 1792224 w 2665095"/>
                    <a:gd name="csY2" fmla="*/ 19649 h 2927060"/>
                    <a:gd name="csX3" fmla="*/ 935736 w 2665095"/>
                    <a:gd name="csY3" fmla="*/ 492089 h 2927060"/>
                    <a:gd name="csX4" fmla="*/ 0 w 2665095"/>
                    <a:gd name="csY4" fmla="*/ 2145629 h 2927060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63190" h="2366712">
                      <a:moveTo>
                        <a:pt x="2663190" y="2366712"/>
                      </a:moveTo>
                      <a:cubicBezTo>
                        <a:pt x="2657348" y="1090235"/>
                        <a:pt x="2679573" y="768671"/>
                        <a:pt x="2534412" y="375225"/>
                      </a:cubicBezTo>
                      <a:cubicBezTo>
                        <a:pt x="2389251" y="-18221"/>
                        <a:pt x="2058670" y="-11172"/>
                        <a:pt x="1792224" y="6036"/>
                      </a:cubicBezTo>
                      <a:cubicBezTo>
                        <a:pt x="1525778" y="23244"/>
                        <a:pt x="1234440" y="124146"/>
                        <a:pt x="935736" y="478476"/>
                      </a:cubicBezTo>
                      <a:cubicBezTo>
                        <a:pt x="637032" y="832806"/>
                        <a:pt x="31242" y="1797752"/>
                        <a:pt x="0" y="2132016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34" name="Free-form: Shape 133">
                  <a:extLst>
                    <a:ext uri="{FF2B5EF4-FFF2-40B4-BE49-F238E27FC236}">
                      <a16:creationId xmlns:a16="http://schemas.microsoft.com/office/drawing/2014/main" id="{233A14E6-C880-EAB1-3431-F7FADAE3B854}"/>
                    </a:ext>
                  </a:extLst>
                </p:cNvPr>
                <p:cNvSpPr/>
                <p:nvPr/>
              </p:nvSpPr>
              <p:spPr>
                <a:xfrm>
                  <a:off x="5244587" y="1327100"/>
                  <a:ext cx="2143213" cy="2108377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6077"/>
                    <a:gd name="csY0" fmla="*/ 2353376 h 2353376"/>
                    <a:gd name="csX1" fmla="*/ 2506355 w 2646077"/>
                    <a:gd name="csY1" fmla="*/ 493784 h 2353376"/>
                    <a:gd name="csX2" fmla="*/ 1705276 w 2646077"/>
                    <a:gd name="csY2" fmla="*/ 1242 h 2353376"/>
                    <a:gd name="csX3" fmla="*/ 1045195 w 2646077"/>
                    <a:gd name="csY3" fmla="*/ 435950 h 2353376"/>
                    <a:gd name="csX4" fmla="*/ 556113 w 2646077"/>
                    <a:gd name="csY4" fmla="*/ 1075396 h 2353376"/>
                    <a:gd name="csX5" fmla="*/ 0 w 2646077"/>
                    <a:gd name="csY5" fmla="*/ 2179251 h 2353376"/>
                    <a:gd name="csX0" fmla="*/ 2645784 w 2646077"/>
                    <a:gd name="csY0" fmla="*/ 2352950 h 2352950"/>
                    <a:gd name="csX1" fmla="*/ 2506355 w 2646077"/>
                    <a:gd name="csY1" fmla="*/ 493358 h 2352950"/>
                    <a:gd name="csX2" fmla="*/ 1705276 w 2646077"/>
                    <a:gd name="csY2" fmla="*/ 816 h 2352950"/>
                    <a:gd name="csX3" fmla="*/ 1031574 w 2646077"/>
                    <a:gd name="csY3" fmla="*/ 395427 h 2352950"/>
                    <a:gd name="csX4" fmla="*/ 556113 w 2646077"/>
                    <a:gd name="csY4" fmla="*/ 1074970 h 2352950"/>
                    <a:gd name="csX5" fmla="*/ 0 w 2646077"/>
                    <a:gd name="csY5" fmla="*/ 2178825 h 2352950"/>
                    <a:gd name="csX0" fmla="*/ 2645784 w 2656026"/>
                    <a:gd name="csY0" fmla="*/ 2352391 h 2352391"/>
                    <a:gd name="csX1" fmla="*/ 2547218 w 2656026"/>
                    <a:gd name="csY1" fmla="*/ 448247 h 2352391"/>
                    <a:gd name="csX2" fmla="*/ 1705276 w 2656026"/>
                    <a:gd name="csY2" fmla="*/ 257 h 2352391"/>
                    <a:gd name="csX3" fmla="*/ 1031574 w 2656026"/>
                    <a:gd name="csY3" fmla="*/ 394868 h 2352391"/>
                    <a:gd name="csX4" fmla="*/ 556113 w 2656026"/>
                    <a:gd name="csY4" fmla="*/ 1074411 h 2352391"/>
                    <a:gd name="csX5" fmla="*/ 0 w 2656026"/>
                    <a:gd name="csY5" fmla="*/ 2178266 h 2352391"/>
                    <a:gd name="csX0" fmla="*/ 2645784 w 2656026"/>
                    <a:gd name="csY0" fmla="*/ 2353692 h 2353692"/>
                    <a:gd name="csX1" fmla="*/ 2547218 w 2656026"/>
                    <a:gd name="csY1" fmla="*/ 449548 h 2353692"/>
                    <a:gd name="csX2" fmla="*/ 1705276 w 2656026"/>
                    <a:gd name="csY2" fmla="*/ 1558 h 2353692"/>
                    <a:gd name="csX3" fmla="*/ 1031574 w 2656026"/>
                    <a:gd name="csY3" fmla="*/ 396169 h 2353692"/>
                    <a:gd name="csX4" fmla="*/ 556113 w 2656026"/>
                    <a:gd name="csY4" fmla="*/ 1075712 h 2353692"/>
                    <a:gd name="csX5" fmla="*/ 0 w 2656026"/>
                    <a:gd name="csY5" fmla="*/ 2179567 h 2353692"/>
                    <a:gd name="csX0" fmla="*/ 2645784 w 2654858"/>
                    <a:gd name="csY0" fmla="*/ 2327397 h 2327397"/>
                    <a:gd name="csX1" fmla="*/ 2547218 w 2654858"/>
                    <a:gd name="csY1" fmla="*/ 423253 h 2327397"/>
                    <a:gd name="csX2" fmla="*/ 1727977 w 2654858"/>
                    <a:gd name="csY2" fmla="*/ 1994 h 2327397"/>
                    <a:gd name="csX3" fmla="*/ 1031574 w 2654858"/>
                    <a:gd name="csY3" fmla="*/ 369874 h 2327397"/>
                    <a:gd name="csX4" fmla="*/ 556113 w 2654858"/>
                    <a:gd name="csY4" fmla="*/ 1049417 h 2327397"/>
                    <a:gd name="csX5" fmla="*/ 0 w 2654858"/>
                    <a:gd name="csY5" fmla="*/ 2153272 h 2327397"/>
                    <a:gd name="csX0" fmla="*/ 2645784 w 2654858"/>
                    <a:gd name="csY0" fmla="*/ 2359028 h 2359028"/>
                    <a:gd name="csX1" fmla="*/ 2547218 w 2654858"/>
                    <a:gd name="csY1" fmla="*/ 454884 h 2359028"/>
                    <a:gd name="csX2" fmla="*/ 1727977 w 2654858"/>
                    <a:gd name="csY2" fmla="*/ 33625 h 2359028"/>
                    <a:gd name="csX3" fmla="*/ 556113 w 2654858"/>
                    <a:gd name="csY3" fmla="*/ 1081048 h 2359028"/>
                    <a:gd name="csX4" fmla="*/ 0 w 2654858"/>
                    <a:gd name="csY4" fmla="*/ 2184903 h 2359028"/>
                    <a:gd name="csX0" fmla="*/ 2645784 w 2654858"/>
                    <a:gd name="csY0" fmla="*/ 2335977 h 2335977"/>
                    <a:gd name="csX1" fmla="*/ 2547218 w 2654858"/>
                    <a:gd name="csY1" fmla="*/ 431833 h 2335977"/>
                    <a:gd name="csX2" fmla="*/ 1727977 w 2654858"/>
                    <a:gd name="csY2" fmla="*/ 10574 h 2335977"/>
                    <a:gd name="csX3" fmla="*/ 764966 w 2654858"/>
                    <a:gd name="csY3" fmla="*/ 688214 h 2335977"/>
                    <a:gd name="csX4" fmla="*/ 0 w 2654858"/>
                    <a:gd name="csY4" fmla="*/ 2161852 h 2335977"/>
                    <a:gd name="csX0" fmla="*/ 2645784 w 2654858"/>
                    <a:gd name="csY0" fmla="*/ 2335478 h 2335478"/>
                    <a:gd name="csX1" fmla="*/ 2547218 w 2654858"/>
                    <a:gd name="csY1" fmla="*/ 431334 h 2335478"/>
                    <a:gd name="csX2" fmla="*/ 1727977 w 2654858"/>
                    <a:gd name="csY2" fmla="*/ 10075 h 2335478"/>
                    <a:gd name="csX3" fmla="*/ 692322 w 2654858"/>
                    <a:gd name="csY3" fmla="*/ 678804 h 2335478"/>
                    <a:gd name="csX4" fmla="*/ 0 w 2654858"/>
                    <a:gd name="csY4" fmla="*/ 2161353 h 233547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42265 w 2654858"/>
                    <a:gd name="csY3" fmla="*/ 692921 h 2336228"/>
                    <a:gd name="csX4" fmla="*/ 0 w 2654858"/>
                    <a:gd name="csY4" fmla="*/ 2162103 h 2336228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545898 w 2554972"/>
                    <a:gd name="csY0" fmla="*/ 2345534 h 2345534"/>
                    <a:gd name="csX1" fmla="*/ 2447332 w 2554972"/>
                    <a:gd name="csY1" fmla="*/ 441390 h 2345534"/>
                    <a:gd name="csX2" fmla="*/ 1628091 w 2554972"/>
                    <a:gd name="csY2" fmla="*/ 20131 h 2345534"/>
                    <a:gd name="csX3" fmla="*/ 547033 w 2554972"/>
                    <a:gd name="csY3" fmla="*/ 858159 h 2345534"/>
                    <a:gd name="csX4" fmla="*/ 0 w 2554972"/>
                    <a:gd name="csY4" fmla="*/ 2175865 h 2345534"/>
                    <a:gd name="csX0" fmla="*/ 2530008 w 2544884"/>
                    <a:gd name="csY0" fmla="*/ 3121859 h 3121859"/>
                    <a:gd name="csX1" fmla="*/ 2447332 w 2544884"/>
                    <a:gd name="csY1" fmla="*/ 458099 h 3121859"/>
                    <a:gd name="csX2" fmla="*/ 1628091 w 2544884"/>
                    <a:gd name="csY2" fmla="*/ 36840 h 3121859"/>
                    <a:gd name="csX3" fmla="*/ 547033 w 2544884"/>
                    <a:gd name="csY3" fmla="*/ 874868 h 3121859"/>
                    <a:gd name="csX4" fmla="*/ 0 w 2544884"/>
                    <a:gd name="csY4" fmla="*/ 2192574 h 3121859"/>
                    <a:gd name="csX0" fmla="*/ 2530008 w 2543996"/>
                    <a:gd name="csY0" fmla="*/ 3121859 h 3121859"/>
                    <a:gd name="csX1" fmla="*/ 2447332 w 2543996"/>
                    <a:gd name="csY1" fmla="*/ 458099 h 3121859"/>
                    <a:gd name="csX2" fmla="*/ 1628091 w 2543996"/>
                    <a:gd name="csY2" fmla="*/ 36840 h 3121859"/>
                    <a:gd name="csX3" fmla="*/ 547033 w 2543996"/>
                    <a:gd name="csY3" fmla="*/ 874868 h 3121859"/>
                    <a:gd name="csX4" fmla="*/ 0 w 2543996"/>
                    <a:gd name="csY4" fmla="*/ 2192574 h 3121859"/>
                    <a:gd name="csX0" fmla="*/ 2550439 w 2557108"/>
                    <a:gd name="csY0" fmla="*/ 3131041 h 3131042"/>
                    <a:gd name="csX1" fmla="*/ 2447332 w 2557108"/>
                    <a:gd name="csY1" fmla="*/ 458371 h 3131042"/>
                    <a:gd name="csX2" fmla="*/ 1628091 w 2557108"/>
                    <a:gd name="csY2" fmla="*/ 37112 h 3131042"/>
                    <a:gd name="csX3" fmla="*/ 547033 w 2557108"/>
                    <a:gd name="csY3" fmla="*/ 875140 h 3131042"/>
                    <a:gd name="csX4" fmla="*/ 0 w 2557108"/>
                    <a:gd name="csY4" fmla="*/ 2192846 h 3131042"/>
                    <a:gd name="csX0" fmla="*/ 2545899 w 2554008"/>
                    <a:gd name="csY0" fmla="*/ 2465433 h 2465433"/>
                    <a:gd name="csX1" fmla="*/ 2447332 w 2554008"/>
                    <a:gd name="csY1" fmla="*/ 443226 h 2465433"/>
                    <a:gd name="csX2" fmla="*/ 1628091 w 2554008"/>
                    <a:gd name="csY2" fmla="*/ 21967 h 2465433"/>
                    <a:gd name="csX3" fmla="*/ 547033 w 2554008"/>
                    <a:gd name="csY3" fmla="*/ 859995 h 2465433"/>
                    <a:gd name="csX4" fmla="*/ 0 w 2554008"/>
                    <a:gd name="csY4" fmla="*/ 2177701 h 2465433"/>
                    <a:gd name="csX0" fmla="*/ 2545899 w 2554008"/>
                    <a:gd name="csY0" fmla="*/ 2465432 h 2465432"/>
                    <a:gd name="csX1" fmla="*/ 2447332 w 2554008"/>
                    <a:gd name="csY1" fmla="*/ 443225 h 2465432"/>
                    <a:gd name="csX2" fmla="*/ 1628091 w 2554008"/>
                    <a:gd name="csY2" fmla="*/ 21966 h 2465432"/>
                    <a:gd name="csX3" fmla="*/ 547033 w 2554008"/>
                    <a:gd name="csY3" fmla="*/ 859994 h 2465432"/>
                    <a:gd name="csX4" fmla="*/ 0 w 2554008"/>
                    <a:gd name="csY4" fmla="*/ 2177700 h 24654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135" name="Free-form: Shape 134">
                  <a:extLst>
                    <a:ext uri="{FF2B5EF4-FFF2-40B4-BE49-F238E27FC236}">
                      <a16:creationId xmlns:a16="http://schemas.microsoft.com/office/drawing/2014/main" id="{21214F7E-72CB-8335-FC5A-3F5A541FB58C}"/>
                    </a:ext>
                  </a:extLst>
                </p:cNvPr>
                <p:cNvSpPr/>
                <p:nvPr/>
              </p:nvSpPr>
              <p:spPr>
                <a:xfrm>
                  <a:off x="5563599" y="1575550"/>
                  <a:ext cx="1577887" cy="186183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389432 w 2405939"/>
                    <a:gd name="csY0" fmla="*/ 3775203 h 3775204"/>
                    <a:gd name="csX1" fmla="*/ 2338400 w 2405939"/>
                    <a:gd name="csY1" fmla="*/ 548400 h 3775204"/>
                    <a:gd name="csX2" fmla="*/ 1714115 w 2405939"/>
                    <a:gd name="csY2" fmla="*/ 32993 h 3775204"/>
                    <a:gd name="csX3" fmla="*/ 585579 w 2405939"/>
                    <a:gd name="csY3" fmla="*/ 906075 h 3775204"/>
                    <a:gd name="csX4" fmla="*/ 0 w 2405939"/>
                    <a:gd name="csY4" fmla="*/ 2516739 h 3775204"/>
                    <a:gd name="csX0" fmla="*/ 2389432 w 2410258"/>
                    <a:gd name="csY0" fmla="*/ 3775203 h 3775202"/>
                    <a:gd name="csX1" fmla="*/ 2338400 w 2410258"/>
                    <a:gd name="csY1" fmla="*/ 548400 h 3775202"/>
                    <a:gd name="csX2" fmla="*/ 1714115 w 2410258"/>
                    <a:gd name="csY2" fmla="*/ 32993 h 3775202"/>
                    <a:gd name="csX3" fmla="*/ 585579 w 2410258"/>
                    <a:gd name="csY3" fmla="*/ 906075 h 3775202"/>
                    <a:gd name="csX4" fmla="*/ 0 w 2410258"/>
                    <a:gd name="csY4" fmla="*/ 2516739 h 3775202"/>
                    <a:gd name="csX0" fmla="*/ 2392379 w 2411941"/>
                    <a:gd name="csY0" fmla="*/ 3741868 h 3741868"/>
                    <a:gd name="csX1" fmla="*/ 2338400 w 2411941"/>
                    <a:gd name="csY1" fmla="*/ 547477 h 3741868"/>
                    <a:gd name="csX2" fmla="*/ 1714115 w 2411941"/>
                    <a:gd name="csY2" fmla="*/ 32070 h 3741868"/>
                    <a:gd name="csX3" fmla="*/ 585579 w 2411941"/>
                    <a:gd name="csY3" fmla="*/ 905152 h 3741868"/>
                    <a:gd name="csX4" fmla="*/ 0 w 2411941"/>
                    <a:gd name="csY4" fmla="*/ 2515816 h 3741868"/>
                    <a:gd name="csX0" fmla="*/ 2418898 w 2429245"/>
                    <a:gd name="csY0" fmla="*/ 3753987 h 3753987"/>
                    <a:gd name="csX1" fmla="*/ 2338400 w 2429245"/>
                    <a:gd name="csY1" fmla="*/ 547810 h 3753987"/>
                    <a:gd name="csX2" fmla="*/ 1714115 w 2429245"/>
                    <a:gd name="csY2" fmla="*/ 32403 h 3753987"/>
                    <a:gd name="csX3" fmla="*/ 585579 w 2429245"/>
                    <a:gd name="csY3" fmla="*/ 905485 h 3753987"/>
                    <a:gd name="csX4" fmla="*/ 0 w 2429245"/>
                    <a:gd name="csY4" fmla="*/ 2516149 h 3753987"/>
                    <a:gd name="csX0" fmla="*/ 2421845 w 2431415"/>
                    <a:gd name="csY0" fmla="*/ 3760047 h 3760047"/>
                    <a:gd name="csX1" fmla="*/ 2338400 w 2431415"/>
                    <a:gd name="csY1" fmla="*/ 547977 h 3760047"/>
                    <a:gd name="csX2" fmla="*/ 1714115 w 2431415"/>
                    <a:gd name="csY2" fmla="*/ 32570 h 3760047"/>
                    <a:gd name="csX3" fmla="*/ 585579 w 2431415"/>
                    <a:gd name="csY3" fmla="*/ 905652 h 3760047"/>
                    <a:gd name="csX4" fmla="*/ 0 w 2431415"/>
                    <a:gd name="csY4" fmla="*/ 2516316 h 3760047"/>
                    <a:gd name="csX0" fmla="*/ 2510243 w 2511717"/>
                    <a:gd name="csY0" fmla="*/ 2689206 h 2689206"/>
                    <a:gd name="csX1" fmla="*/ 2338400 w 2511717"/>
                    <a:gd name="csY1" fmla="*/ 529063 h 2689206"/>
                    <a:gd name="csX2" fmla="*/ 1714115 w 2511717"/>
                    <a:gd name="csY2" fmla="*/ 13656 h 2689206"/>
                    <a:gd name="csX3" fmla="*/ 585579 w 2511717"/>
                    <a:gd name="csY3" fmla="*/ 886738 h 2689206"/>
                    <a:gd name="csX4" fmla="*/ 0 w 2511717"/>
                    <a:gd name="csY4" fmla="*/ 2497402 h 2689206"/>
                    <a:gd name="csX0" fmla="*/ 2424792 w 2433637"/>
                    <a:gd name="csY0" fmla="*/ 2879804 h 2879804"/>
                    <a:gd name="csX1" fmla="*/ 2338400 w 2433637"/>
                    <a:gd name="csY1" fmla="*/ 531080 h 2879804"/>
                    <a:gd name="csX2" fmla="*/ 1714115 w 2433637"/>
                    <a:gd name="csY2" fmla="*/ 15673 h 2879804"/>
                    <a:gd name="csX3" fmla="*/ 585579 w 2433637"/>
                    <a:gd name="csY3" fmla="*/ 888755 h 2879804"/>
                    <a:gd name="csX4" fmla="*/ 0 w 2433637"/>
                    <a:gd name="csY4" fmla="*/ 2499419 h 2879804"/>
                    <a:gd name="csX0" fmla="*/ 2424792 w 2440614"/>
                    <a:gd name="csY0" fmla="*/ 2879804 h 2879804"/>
                    <a:gd name="csX1" fmla="*/ 2338400 w 2440614"/>
                    <a:gd name="csY1" fmla="*/ 531080 h 2879804"/>
                    <a:gd name="csX2" fmla="*/ 1714115 w 2440614"/>
                    <a:gd name="csY2" fmla="*/ 15673 h 2879804"/>
                    <a:gd name="csX3" fmla="*/ 585579 w 2440614"/>
                    <a:gd name="csY3" fmla="*/ 888755 h 2879804"/>
                    <a:gd name="csX4" fmla="*/ 0 w 2440614"/>
                    <a:gd name="csY4" fmla="*/ 2499419 h 28798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136" name="Free-form: Shape 135">
                  <a:extLst>
                    <a:ext uri="{FF2B5EF4-FFF2-40B4-BE49-F238E27FC236}">
                      <a16:creationId xmlns:a16="http://schemas.microsoft.com/office/drawing/2014/main" id="{32ABD711-FBE5-74D7-F4B3-7AB83ED559CD}"/>
                    </a:ext>
                  </a:extLst>
                </p:cNvPr>
                <p:cNvSpPr/>
                <p:nvPr/>
              </p:nvSpPr>
              <p:spPr>
                <a:xfrm>
                  <a:off x="5871211" y="1843239"/>
                  <a:ext cx="1077274" cy="1580811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401218 w 2412558"/>
                    <a:gd name="csY0" fmla="*/ 2710011 h 2710011"/>
                    <a:gd name="csX1" fmla="*/ 2338400 w 2412558"/>
                    <a:gd name="csY1" fmla="*/ 520402 h 2710011"/>
                    <a:gd name="csX2" fmla="*/ 1714115 w 2412558"/>
                    <a:gd name="csY2" fmla="*/ 4995 h 2710011"/>
                    <a:gd name="csX3" fmla="*/ 611897 w 2412558"/>
                    <a:gd name="csY3" fmla="*/ 698673 h 2710011"/>
                    <a:gd name="csX4" fmla="*/ 0 w 2412558"/>
                    <a:gd name="csY4" fmla="*/ 2488741 h 2710011"/>
                    <a:gd name="csX0" fmla="*/ 2401218 w 2411526"/>
                    <a:gd name="csY0" fmla="*/ 2684273 h 2684273"/>
                    <a:gd name="csX1" fmla="*/ 2338400 w 2411526"/>
                    <a:gd name="csY1" fmla="*/ 494664 h 2684273"/>
                    <a:gd name="csX2" fmla="*/ 1731661 w 2411526"/>
                    <a:gd name="csY2" fmla="*/ 5835 h 2684273"/>
                    <a:gd name="csX3" fmla="*/ 611897 w 2411526"/>
                    <a:gd name="csY3" fmla="*/ 672935 h 2684273"/>
                    <a:gd name="csX4" fmla="*/ 0 w 2411526"/>
                    <a:gd name="csY4" fmla="*/ 2463003 h 2684273"/>
                    <a:gd name="csX0" fmla="*/ 2418764 w 2429072"/>
                    <a:gd name="csY0" fmla="*/ 2684273 h 2684273"/>
                    <a:gd name="csX1" fmla="*/ 2355946 w 2429072"/>
                    <a:gd name="csY1" fmla="*/ 494664 h 2684273"/>
                    <a:gd name="csX2" fmla="*/ 1749207 w 2429072"/>
                    <a:gd name="csY2" fmla="*/ 5835 h 2684273"/>
                    <a:gd name="csX3" fmla="*/ 629443 w 2429072"/>
                    <a:gd name="csY3" fmla="*/ 672935 h 2684273"/>
                    <a:gd name="csX4" fmla="*/ 0 w 2429072"/>
                    <a:gd name="csY4" fmla="*/ 2416492 h 2684273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697471 h 2697471"/>
                    <a:gd name="csX1" fmla="*/ 2355946 w 2429072"/>
                    <a:gd name="csY1" fmla="*/ 507862 h 2697471"/>
                    <a:gd name="csX2" fmla="*/ 1749207 w 2429072"/>
                    <a:gd name="csY2" fmla="*/ 19033 h 2697471"/>
                    <a:gd name="csX3" fmla="*/ 576806 w 2429072"/>
                    <a:gd name="csY3" fmla="*/ 925338 h 2697471"/>
                    <a:gd name="csX4" fmla="*/ 0 w 2429072"/>
                    <a:gd name="csY4" fmla="*/ 2429690 h 2697471"/>
                    <a:gd name="csX0" fmla="*/ 2418764 w 2446489"/>
                    <a:gd name="csY0" fmla="*/ 2648810 h 2648810"/>
                    <a:gd name="csX1" fmla="*/ 2355946 w 2446489"/>
                    <a:gd name="csY1" fmla="*/ 459201 h 2648810"/>
                    <a:gd name="csX2" fmla="*/ 1477245 w 2446489"/>
                    <a:gd name="csY2" fmla="*/ 23529 h 2648810"/>
                    <a:gd name="csX3" fmla="*/ 576806 w 2446489"/>
                    <a:gd name="csY3" fmla="*/ 876677 h 2648810"/>
                    <a:gd name="csX4" fmla="*/ 0 w 2446489"/>
                    <a:gd name="csY4" fmla="*/ 2381029 h 2648810"/>
                    <a:gd name="csX0" fmla="*/ 2418764 w 2447085"/>
                    <a:gd name="csY0" fmla="*/ 2596376 h 2596376"/>
                    <a:gd name="csX1" fmla="*/ 2355946 w 2447085"/>
                    <a:gd name="csY1" fmla="*/ 406767 h 2596376"/>
                    <a:gd name="csX2" fmla="*/ 1468472 w 2447085"/>
                    <a:gd name="csY2" fmla="*/ 30897 h 2596376"/>
                    <a:gd name="csX3" fmla="*/ 576806 w 2447085"/>
                    <a:gd name="csY3" fmla="*/ 824243 h 2596376"/>
                    <a:gd name="csX4" fmla="*/ 0 w 2447085"/>
                    <a:gd name="csY4" fmla="*/ 2328595 h 2596376"/>
                    <a:gd name="csX0" fmla="*/ 2396833 w 2436965"/>
                    <a:gd name="csY0" fmla="*/ 3780840 h 3780840"/>
                    <a:gd name="csX1" fmla="*/ 2355946 w 2436965"/>
                    <a:gd name="csY1" fmla="*/ 451688 h 3780840"/>
                    <a:gd name="csX2" fmla="*/ 1468472 w 2436965"/>
                    <a:gd name="csY2" fmla="*/ 75818 h 3780840"/>
                    <a:gd name="csX3" fmla="*/ 576806 w 2436965"/>
                    <a:gd name="csY3" fmla="*/ 869164 h 3780840"/>
                    <a:gd name="csX4" fmla="*/ 0 w 2436965"/>
                    <a:gd name="csY4" fmla="*/ 2373516 h 3780840"/>
                    <a:gd name="csX0" fmla="*/ 2396833 w 2433246"/>
                    <a:gd name="csY0" fmla="*/ 3780840 h 3780840"/>
                    <a:gd name="csX1" fmla="*/ 2355946 w 2433246"/>
                    <a:gd name="csY1" fmla="*/ 451688 h 3780840"/>
                    <a:gd name="csX2" fmla="*/ 1468472 w 2433246"/>
                    <a:gd name="csY2" fmla="*/ 75818 h 3780840"/>
                    <a:gd name="csX3" fmla="*/ 576806 w 2433246"/>
                    <a:gd name="csY3" fmla="*/ 869164 h 3780840"/>
                    <a:gd name="csX4" fmla="*/ 0 w 2433246"/>
                    <a:gd name="csY4" fmla="*/ 2373516 h 3780840"/>
                    <a:gd name="csX0" fmla="*/ 2396833 w 2438256"/>
                    <a:gd name="csY0" fmla="*/ 3780840 h 3780840"/>
                    <a:gd name="csX1" fmla="*/ 2355946 w 2438256"/>
                    <a:gd name="csY1" fmla="*/ 451688 h 3780840"/>
                    <a:gd name="csX2" fmla="*/ 1468472 w 2438256"/>
                    <a:gd name="csY2" fmla="*/ 75818 h 3780840"/>
                    <a:gd name="csX3" fmla="*/ 576806 w 2438256"/>
                    <a:gd name="csY3" fmla="*/ 869164 h 3780840"/>
                    <a:gd name="csX4" fmla="*/ 0 w 2438256"/>
                    <a:gd name="csY4" fmla="*/ 2373516 h 3780840"/>
                    <a:gd name="csX0" fmla="*/ 2431924 w 2455523"/>
                    <a:gd name="csY0" fmla="*/ 3777351 h 3777350"/>
                    <a:gd name="csX1" fmla="*/ 2355946 w 2455523"/>
                    <a:gd name="csY1" fmla="*/ 451521 h 3777350"/>
                    <a:gd name="csX2" fmla="*/ 1468472 w 2455523"/>
                    <a:gd name="csY2" fmla="*/ 75651 h 3777350"/>
                    <a:gd name="csX3" fmla="*/ 576806 w 2455523"/>
                    <a:gd name="csY3" fmla="*/ 868997 h 3777350"/>
                    <a:gd name="csX4" fmla="*/ 0 w 2455523"/>
                    <a:gd name="csY4" fmla="*/ 2373349 h 3777350"/>
                    <a:gd name="csX0" fmla="*/ 2471402 w 2480541"/>
                    <a:gd name="csY0" fmla="*/ 3791314 h 3791314"/>
                    <a:gd name="csX1" fmla="*/ 2355946 w 2480541"/>
                    <a:gd name="csY1" fmla="*/ 452194 h 3791314"/>
                    <a:gd name="csX2" fmla="*/ 1468472 w 2480541"/>
                    <a:gd name="csY2" fmla="*/ 76324 h 3791314"/>
                    <a:gd name="csX3" fmla="*/ 576806 w 2480541"/>
                    <a:gd name="csY3" fmla="*/ 869670 h 3791314"/>
                    <a:gd name="csX4" fmla="*/ 0 w 2480541"/>
                    <a:gd name="csY4" fmla="*/ 2374022 h 3791314"/>
                    <a:gd name="csX0" fmla="*/ 2453856 w 2468586"/>
                    <a:gd name="csY0" fmla="*/ 3791314 h 3791314"/>
                    <a:gd name="csX1" fmla="*/ 2355946 w 2468586"/>
                    <a:gd name="csY1" fmla="*/ 452194 h 3791314"/>
                    <a:gd name="csX2" fmla="*/ 1468472 w 2468586"/>
                    <a:gd name="csY2" fmla="*/ 76324 h 3791314"/>
                    <a:gd name="csX3" fmla="*/ 576806 w 2468586"/>
                    <a:gd name="csY3" fmla="*/ 869670 h 3791314"/>
                    <a:gd name="csX4" fmla="*/ 0 w 2468586"/>
                    <a:gd name="csY4" fmla="*/ 2374022 h 3791314"/>
                    <a:gd name="csX0" fmla="*/ 2467016 w 2477419"/>
                    <a:gd name="csY0" fmla="*/ 3794805 h 3794805"/>
                    <a:gd name="csX1" fmla="*/ 2355946 w 2477419"/>
                    <a:gd name="csY1" fmla="*/ 452363 h 3794805"/>
                    <a:gd name="csX2" fmla="*/ 1468472 w 2477419"/>
                    <a:gd name="csY2" fmla="*/ 76493 h 3794805"/>
                    <a:gd name="csX3" fmla="*/ 576806 w 2477419"/>
                    <a:gd name="csY3" fmla="*/ 869839 h 3794805"/>
                    <a:gd name="csX4" fmla="*/ 0 w 2477419"/>
                    <a:gd name="csY4" fmla="*/ 2374191 h 3794805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80539" h="2756902">
                      <a:moveTo>
                        <a:pt x="2471402" y="2756902"/>
                      </a:moveTo>
                      <a:cubicBezTo>
                        <a:pt x="2475027" y="1116989"/>
                        <a:pt x="2523101" y="864749"/>
                        <a:pt x="2355946" y="411144"/>
                      </a:cubicBezTo>
                      <a:cubicBezTo>
                        <a:pt x="2188791" y="-42461"/>
                        <a:pt x="1764995" y="-34305"/>
                        <a:pt x="1468472" y="35274"/>
                      </a:cubicBezTo>
                      <a:cubicBezTo>
                        <a:pt x="1171949" y="104853"/>
                        <a:pt x="821551" y="445670"/>
                        <a:pt x="576806" y="828620"/>
                      </a:cubicBezTo>
                      <a:cubicBezTo>
                        <a:pt x="332061" y="1211570"/>
                        <a:pt x="31242" y="1998708"/>
                        <a:pt x="0" y="2332972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8C4C79E2-4DBE-F81A-573C-78BE5BEB0F15}"/>
                  </a:ext>
                </a:extLst>
              </p:cNvPr>
              <p:cNvGrpSpPr/>
              <p:nvPr/>
            </p:nvGrpSpPr>
            <p:grpSpPr>
              <a:xfrm flipV="1">
                <a:off x="4893183" y="3404997"/>
                <a:ext cx="2661285" cy="2372400"/>
                <a:chOff x="4893183" y="1066860"/>
                <a:chExt cx="2661285" cy="2370522"/>
              </a:xfrm>
            </p:grpSpPr>
            <p:sp>
              <p:nvSpPr>
                <p:cNvPr id="129" name="Free-form: Shape 128">
                  <a:extLst>
                    <a:ext uri="{FF2B5EF4-FFF2-40B4-BE49-F238E27FC236}">
                      <a16:creationId xmlns:a16="http://schemas.microsoft.com/office/drawing/2014/main" id="{A9CBCAB3-377C-41CA-9FAE-72B46C4CBE8C}"/>
                    </a:ext>
                  </a:extLst>
                </p:cNvPr>
                <p:cNvSpPr/>
                <p:nvPr/>
              </p:nvSpPr>
              <p:spPr>
                <a:xfrm>
                  <a:off x="4893183" y="1066860"/>
                  <a:ext cx="2661285" cy="236671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86050 w 2690236"/>
                    <a:gd name="csY0" fmla="*/ 2201162 h 2201162"/>
                    <a:gd name="csX1" fmla="*/ 2576322 w 2690236"/>
                    <a:gd name="csY1" fmla="*/ 329690 h 2201162"/>
                    <a:gd name="csX2" fmla="*/ 1796034 w 2690236"/>
                    <a:gd name="csY2" fmla="*/ 506 h 2201162"/>
                    <a:gd name="csX3" fmla="*/ 1070610 w 2690236"/>
                    <a:gd name="csY3" fmla="*/ 274826 h 2201162"/>
                    <a:gd name="csX4" fmla="*/ 528066 w 2690236"/>
                    <a:gd name="csY4" fmla="*/ 1006346 h 2201162"/>
                    <a:gd name="csX5" fmla="*/ 0 w 2690236"/>
                    <a:gd name="csY5" fmla="*/ 2065526 h 2201162"/>
                    <a:gd name="csX0" fmla="*/ 2686050 w 2690236"/>
                    <a:gd name="csY0" fmla="*/ 2203943 h 2203943"/>
                    <a:gd name="csX1" fmla="*/ 2576322 w 2690236"/>
                    <a:gd name="csY1" fmla="*/ 332471 h 2203943"/>
                    <a:gd name="csX2" fmla="*/ 1796034 w 2690236"/>
                    <a:gd name="csY2" fmla="*/ 3287 h 2203943"/>
                    <a:gd name="csX3" fmla="*/ 1090930 w 2690236"/>
                    <a:gd name="csY3" fmla="*/ 216647 h 2203943"/>
                    <a:gd name="csX4" fmla="*/ 528066 w 2690236"/>
                    <a:gd name="csY4" fmla="*/ 1009127 h 2203943"/>
                    <a:gd name="csX5" fmla="*/ 0 w 2690236"/>
                    <a:gd name="csY5" fmla="*/ 2068307 h 2203943"/>
                    <a:gd name="csX0" fmla="*/ 2686050 w 2690236"/>
                    <a:gd name="csY0" fmla="*/ 2203036 h 2203036"/>
                    <a:gd name="csX1" fmla="*/ 2576322 w 2690236"/>
                    <a:gd name="csY1" fmla="*/ 331564 h 2203036"/>
                    <a:gd name="csX2" fmla="*/ 1796034 w 2690236"/>
                    <a:gd name="csY2" fmla="*/ 2380 h 2203036"/>
                    <a:gd name="csX3" fmla="*/ 1090930 w 2690236"/>
                    <a:gd name="csY3" fmla="*/ 215740 h 2203036"/>
                    <a:gd name="csX4" fmla="*/ 528066 w 2690236"/>
                    <a:gd name="csY4" fmla="*/ 1008220 h 2203036"/>
                    <a:gd name="csX5" fmla="*/ 0 w 2690236"/>
                    <a:gd name="csY5" fmla="*/ 2067400 h 2203036"/>
                    <a:gd name="csX0" fmla="*/ 2686050 w 2690236"/>
                    <a:gd name="csY0" fmla="*/ 2248905 h 2248905"/>
                    <a:gd name="csX1" fmla="*/ 2576322 w 2690236"/>
                    <a:gd name="csY1" fmla="*/ 377433 h 2248905"/>
                    <a:gd name="csX2" fmla="*/ 1796034 w 2690236"/>
                    <a:gd name="csY2" fmla="*/ 48249 h 2248905"/>
                    <a:gd name="csX3" fmla="*/ 528066 w 2690236"/>
                    <a:gd name="csY3" fmla="*/ 1054089 h 2248905"/>
                    <a:gd name="csX4" fmla="*/ 0 w 2690236"/>
                    <a:gd name="csY4" fmla="*/ 2113269 h 2248905"/>
                    <a:gd name="csX0" fmla="*/ 2686050 w 2690236"/>
                    <a:gd name="csY0" fmla="*/ 2210239 h 2210239"/>
                    <a:gd name="csX1" fmla="*/ 2576322 w 2690236"/>
                    <a:gd name="csY1" fmla="*/ 338767 h 2210239"/>
                    <a:gd name="csX2" fmla="*/ 1796034 w 2690236"/>
                    <a:gd name="csY2" fmla="*/ 9583 h 2210239"/>
                    <a:gd name="csX3" fmla="*/ 931926 w 2690236"/>
                    <a:gd name="csY3" fmla="*/ 470593 h 2210239"/>
                    <a:gd name="csX4" fmla="*/ 0 w 2690236"/>
                    <a:gd name="csY4" fmla="*/ 2074603 h 2210239"/>
                    <a:gd name="csX0" fmla="*/ 2686050 w 2690236"/>
                    <a:gd name="csY0" fmla="*/ 2206931 h 2206931"/>
                    <a:gd name="csX1" fmla="*/ 2576322 w 2690236"/>
                    <a:gd name="csY1" fmla="*/ 335459 h 2206931"/>
                    <a:gd name="csX2" fmla="*/ 1796034 w 2690236"/>
                    <a:gd name="csY2" fmla="*/ 6275 h 2206931"/>
                    <a:gd name="csX3" fmla="*/ 935736 w 2690236"/>
                    <a:gd name="csY3" fmla="*/ 417755 h 2206931"/>
                    <a:gd name="csX4" fmla="*/ 0 w 2690236"/>
                    <a:gd name="csY4" fmla="*/ 2071295 h 2206931"/>
                    <a:gd name="csX0" fmla="*/ 2686050 w 2690384"/>
                    <a:gd name="csY0" fmla="*/ 2275369 h 2275369"/>
                    <a:gd name="csX1" fmla="*/ 2576322 w 2690384"/>
                    <a:gd name="csY1" fmla="*/ 403897 h 2275369"/>
                    <a:gd name="csX2" fmla="*/ 1792224 w 2690384"/>
                    <a:gd name="csY2" fmla="*/ 2323 h 2275369"/>
                    <a:gd name="csX3" fmla="*/ 935736 w 2690384"/>
                    <a:gd name="csY3" fmla="*/ 486193 h 2275369"/>
                    <a:gd name="csX4" fmla="*/ 0 w 2690384"/>
                    <a:gd name="csY4" fmla="*/ 2139733 h 2275369"/>
                    <a:gd name="csX0" fmla="*/ 2686050 w 2690384"/>
                    <a:gd name="csY0" fmla="*/ 2264266 h 2264266"/>
                    <a:gd name="csX1" fmla="*/ 2576322 w 2690384"/>
                    <a:gd name="csY1" fmla="*/ 392794 h 2264266"/>
                    <a:gd name="csX2" fmla="*/ 1792224 w 2690384"/>
                    <a:gd name="csY2" fmla="*/ 2650 h 2264266"/>
                    <a:gd name="csX3" fmla="*/ 935736 w 2690384"/>
                    <a:gd name="csY3" fmla="*/ 475090 h 2264266"/>
                    <a:gd name="csX4" fmla="*/ 0 w 2690384"/>
                    <a:gd name="csY4" fmla="*/ 2128630 h 2264266"/>
                    <a:gd name="csX0" fmla="*/ 2676525 w 2683382"/>
                    <a:gd name="csY0" fmla="*/ 2922789 h 2922789"/>
                    <a:gd name="csX1" fmla="*/ 2576322 w 2683382"/>
                    <a:gd name="csY1" fmla="*/ 403617 h 2922789"/>
                    <a:gd name="csX2" fmla="*/ 1792224 w 2683382"/>
                    <a:gd name="csY2" fmla="*/ 13473 h 2922789"/>
                    <a:gd name="csX3" fmla="*/ 935736 w 2683382"/>
                    <a:gd name="csY3" fmla="*/ 485913 h 2922789"/>
                    <a:gd name="csX4" fmla="*/ 0 w 2683382"/>
                    <a:gd name="csY4" fmla="*/ 2139453 h 2922789"/>
                    <a:gd name="csX0" fmla="*/ 2676525 w 2676806"/>
                    <a:gd name="csY0" fmla="*/ 2922789 h 2922789"/>
                    <a:gd name="csX1" fmla="*/ 2576322 w 2676806"/>
                    <a:gd name="csY1" fmla="*/ 403617 h 2922789"/>
                    <a:gd name="csX2" fmla="*/ 1792224 w 2676806"/>
                    <a:gd name="csY2" fmla="*/ 13473 h 2922789"/>
                    <a:gd name="csX3" fmla="*/ 935736 w 2676806"/>
                    <a:gd name="csY3" fmla="*/ 485913 h 2922789"/>
                    <a:gd name="csX4" fmla="*/ 0 w 2676806"/>
                    <a:gd name="csY4" fmla="*/ 2139453 h 2922789"/>
                    <a:gd name="csX0" fmla="*/ 2676525 w 2676525"/>
                    <a:gd name="csY0" fmla="*/ 2929033 h 2929033"/>
                    <a:gd name="csX1" fmla="*/ 2534412 w 2676525"/>
                    <a:gd name="csY1" fmla="*/ 388906 h 2929033"/>
                    <a:gd name="csX2" fmla="*/ 1792224 w 2676525"/>
                    <a:gd name="csY2" fmla="*/ 19717 h 2929033"/>
                    <a:gd name="csX3" fmla="*/ 935736 w 2676525"/>
                    <a:gd name="csY3" fmla="*/ 492157 h 2929033"/>
                    <a:gd name="csX4" fmla="*/ 0 w 2676525"/>
                    <a:gd name="csY4" fmla="*/ 2145697 h 2929033"/>
                    <a:gd name="csX0" fmla="*/ 2676525 w 2676525"/>
                    <a:gd name="csY0" fmla="*/ 2911869 h 2911869"/>
                    <a:gd name="csX1" fmla="*/ 2534412 w 2676525"/>
                    <a:gd name="csY1" fmla="*/ 371742 h 2911869"/>
                    <a:gd name="csX2" fmla="*/ 1792224 w 2676525"/>
                    <a:gd name="csY2" fmla="*/ 2553 h 2911869"/>
                    <a:gd name="csX3" fmla="*/ 935736 w 2676525"/>
                    <a:gd name="csY3" fmla="*/ 474993 h 2911869"/>
                    <a:gd name="csX4" fmla="*/ 0 w 2676525"/>
                    <a:gd name="csY4" fmla="*/ 2128533 h 2911869"/>
                    <a:gd name="csX0" fmla="*/ 2665095 w 2665095"/>
                    <a:gd name="csY0" fmla="*/ 2927060 h 2927060"/>
                    <a:gd name="csX1" fmla="*/ 2534412 w 2665095"/>
                    <a:gd name="csY1" fmla="*/ 388838 h 2927060"/>
                    <a:gd name="csX2" fmla="*/ 1792224 w 2665095"/>
                    <a:gd name="csY2" fmla="*/ 19649 h 2927060"/>
                    <a:gd name="csX3" fmla="*/ 935736 w 2665095"/>
                    <a:gd name="csY3" fmla="*/ 492089 h 2927060"/>
                    <a:gd name="csX4" fmla="*/ 0 w 2665095"/>
                    <a:gd name="csY4" fmla="*/ 2145629 h 2927060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  <a:gd name="csX0" fmla="*/ 2663190 w 2663190"/>
                    <a:gd name="csY0" fmla="*/ 2366712 h 2366712"/>
                    <a:gd name="csX1" fmla="*/ 2534412 w 2663190"/>
                    <a:gd name="csY1" fmla="*/ 375225 h 2366712"/>
                    <a:gd name="csX2" fmla="*/ 1792224 w 2663190"/>
                    <a:gd name="csY2" fmla="*/ 6036 h 2366712"/>
                    <a:gd name="csX3" fmla="*/ 935736 w 2663190"/>
                    <a:gd name="csY3" fmla="*/ 478476 h 2366712"/>
                    <a:gd name="csX4" fmla="*/ 0 w 2663190"/>
                    <a:gd name="csY4" fmla="*/ 2132016 h 2366712"/>
                    <a:gd name="csX0" fmla="*/ 2661285 w 2661285"/>
                    <a:gd name="csY0" fmla="*/ 2366712 h 2366712"/>
                    <a:gd name="csX1" fmla="*/ 2532507 w 2661285"/>
                    <a:gd name="csY1" fmla="*/ 375225 h 2366712"/>
                    <a:gd name="csX2" fmla="*/ 1790319 w 2661285"/>
                    <a:gd name="csY2" fmla="*/ 6036 h 2366712"/>
                    <a:gd name="csX3" fmla="*/ 933831 w 2661285"/>
                    <a:gd name="csY3" fmla="*/ 478476 h 2366712"/>
                    <a:gd name="csX4" fmla="*/ 0 w 2661285"/>
                    <a:gd name="csY4" fmla="*/ 2114885 h 23667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61285" h="2366712">
                      <a:moveTo>
                        <a:pt x="2661285" y="2366712"/>
                      </a:moveTo>
                      <a:cubicBezTo>
                        <a:pt x="2655443" y="1090235"/>
                        <a:pt x="2677668" y="768671"/>
                        <a:pt x="2532507" y="375225"/>
                      </a:cubicBezTo>
                      <a:cubicBezTo>
                        <a:pt x="2387346" y="-18221"/>
                        <a:pt x="2056765" y="-11172"/>
                        <a:pt x="1790319" y="6036"/>
                      </a:cubicBezTo>
                      <a:cubicBezTo>
                        <a:pt x="1523873" y="23244"/>
                        <a:pt x="1232218" y="127001"/>
                        <a:pt x="933831" y="478476"/>
                      </a:cubicBezTo>
                      <a:cubicBezTo>
                        <a:pt x="635445" y="829951"/>
                        <a:pt x="31242" y="1780621"/>
                        <a:pt x="0" y="2114885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30" name="Free-form: Shape 129">
                  <a:extLst>
                    <a:ext uri="{FF2B5EF4-FFF2-40B4-BE49-F238E27FC236}">
                      <a16:creationId xmlns:a16="http://schemas.microsoft.com/office/drawing/2014/main" id="{3FFB8619-2CD5-3D06-38F7-4E4366A09ED1}"/>
                    </a:ext>
                  </a:extLst>
                </p:cNvPr>
                <p:cNvSpPr/>
                <p:nvPr/>
              </p:nvSpPr>
              <p:spPr>
                <a:xfrm>
                  <a:off x="5244587" y="1327100"/>
                  <a:ext cx="2143213" cy="2108377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6077"/>
                    <a:gd name="csY0" fmla="*/ 2353376 h 2353376"/>
                    <a:gd name="csX1" fmla="*/ 2506355 w 2646077"/>
                    <a:gd name="csY1" fmla="*/ 493784 h 2353376"/>
                    <a:gd name="csX2" fmla="*/ 1705276 w 2646077"/>
                    <a:gd name="csY2" fmla="*/ 1242 h 2353376"/>
                    <a:gd name="csX3" fmla="*/ 1045195 w 2646077"/>
                    <a:gd name="csY3" fmla="*/ 435950 h 2353376"/>
                    <a:gd name="csX4" fmla="*/ 556113 w 2646077"/>
                    <a:gd name="csY4" fmla="*/ 1075396 h 2353376"/>
                    <a:gd name="csX5" fmla="*/ 0 w 2646077"/>
                    <a:gd name="csY5" fmla="*/ 2179251 h 2353376"/>
                    <a:gd name="csX0" fmla="*/ 2645784 w 2646077"/>
                    <a:gd name="csY0" fmla="*/ 2352950 h 2352950"/>
                    <a:gd name="csX1" fmla="*/ 2506355 w 2646077"/>
                    <a:gd name="csY1" fmla="*/ 493358 h 2352950"/>
                    <a:gd name="csX2" fmla="*/ 1705276 w 2646077"/>
                    <a:gd name="csY2" fmla="*/ 816 h 2352950"/>
                    <a:gd name="csX3" fmla="*/ 1031574 w 2646077"/>
                    <a:gd name="csY3" fmla="*/ 395427 h 2352950"/>
                    <a:gd name="csX4" fmla="*/ 556113 w 2646077"/>
                    <a:gd name="csY4" fmla="*/ 1074970 h 2352950"/>
                    <a:gd name="csX5" fmla="*/ 0 w 2646077"/>
                    <a:gd name="csY5" fmla="*/ 2178825 h 2352950"/>
                    <a:gd name="csX0" fmla="*/ 2645784 w 2656026"/>
                    <a:gd name="csY0" fmla="*/ 2352391 h 2352391"/>
                    <a:gd name="csX1" fmla="*/ 2547218 w 2656026"/>
                    <a:gd name="csY1" fmla="*/ 448247 h 2352391"/>
                    <a:gd name="csX2" fmla="*/ 1705276 w 2656026"/>
                    <a:gd name="csY2" fmla="*/ 257 h 2352391"/>
                    <a:gd name="csX3" fmla="*/ 1031574 w 2656026"/>
                    <a:gd name="csY3" fmla="*/ 394868 h 2352391"/>
                    <a:gd name="csX4" fmla="*/ 556113 w 2656026"/>
                    <a:gd name="csY4" fmla="*/ 1074411 h 2352391"/>
                    <a:gd name="csX5" fmla="*/ 0 w 2656026"/>
                    <a:gd name="csY5" fmla="*/ 2178266 h 2352391"/>
                    <a:gd name="csX0" fmla="*/ 2645784 w 2656026"/>
                    <a:gd name="csY0" fmla="*/ 2353692 h 2353692"/>
                    <a:gd name="csX1" fmla="*/ 2547218 w 2656026"/>
                    <a:gd name="csY1" fmla="*/ 449548 h 2353692"/>
                    <a:gd name="csX2" fmla="*/ 1705276 w 2656026"/>
                    <a:gd name="csY2" fmla="*/ 1558 h 2353692"/>
                    <a:gd name="csX3" fmla="*/ 1031574 w 2656026"/>
                    <a:gd name="csY3" fmla="*/ 396169 h 2353692"/>
                    <a:gd name="csX4" fmla="*/ 556113 w 2656026"/>
                    <a:gd name="csY4" fmla="*/ 1075712 h 2353692"/>
                    <a:gd name="csX5" fmla="*/ 0 w 2656026"/>
                    <a:gd name="csY5" fmla="*/ 2179567 h 2353692"/>
                    <a:gd name="csX0" fmla="*/ 2645784 w 2654858"/>
                    <a:gd name="csY0" fmla="*/ 2327397 h 2327397"/>
                    <a:gd name="csX1" fmla="*/ 2547218 w 2654858"/>
                    <a:gd name="csY1" fmla="*/ 423253 h 2327397"/>
                    <a:gd name="csX2" fmla="*/ 1727977 w 2654858"/>
                    <a:gd name="csY2" fmla="*/ 1994 h 2327397"/>
                    <a:gd name="csX3" fmla="*/ 1031574 w 2654858"/>
                    <a:gd name="csY3" fmla="*/ 369874 h 2327397"/>
                    <a:gd name="csX4" fmla="*/ 556113 w 2654858"/>
                    <a:gd name="csY4" fmla="*/ 1049417 h 2327397"/>
                    <a:gd name="csX5" fmla="*/ 0 w 2654858"/>
                    <a:gd name="csY5" fmla="*/ 2153272 h 2327397"/>
                    <a:gd name="csX0" fmla="*/ 2645784 w 2654858"/>
                    <a:gd name="csY0" fmla="*/ 2359028 h 2359028"/>
                    <a:gd name="csX1" fmla="*/ 2547218 w 2654858"/>
                    <a:gd name="csY1" fmla="*/ 454884 h 2359028"/>
                    <a:gd name="csX2" fmla="*/ 1727977 w 2654858"/>
                    <a:gd name="csY2" fmla="*/ 33625 h 2359028"/>
                    <a:gd name="csX3" fmla="*/ 556113 w 2654858"/>
                    <a:gd name="csY3" fmla="*/ 1081048 h 2359028"/>
                    <a:gd name="csX4" fmla="*/ 0 w 2654858"/>
                    <a:gd name="csY4" fmla="*/ 2184903 h 2359028"/>
                    <a:gd name="csX0" fmla="*/ 2645784 w 2654858"/>
                    <a:gd name="csY0" fmla="*/ 2335977 h 2335977"/>
                    <a:gd name="csX1" fmla="*/ 2547218 w 2654858"/>
                    <a:gd name="csY1" fmla="*/ 431833 h 2335977"/>
                    <a:gd name="csX2" fmla="*/ 1727977 w 2654858"/>
                    <a:gd name="csY2" fmla="*/ 10574 h 2335977"/>
                    <a:gd name="csX3" fmla="*/ 764966 w 2654858"/>
                    <a:gd name="csY3" fmla="*/ 688214 h 2335977"/>
                    <a:gd name="csX4" fmla="*/ 0 w 2654858"/>
                    <a:gd name="csY4" fmla="*/ 2161852 h 2335977"/>
                    <a:gd name="csX0" fmla="*/ 2645784 w 2654858"/>
                    <a:gd name="csY0" fmla="*/ 2335478 h 2335478"/>
                    <a:gd name="csX1" fmla="*/ 2547218 w 2654858"/>
                    <a:gd name="csY1" fmla="*/ 431334 h 2335478"/>
                    <a:gd name="csX2" fmla="*/ 1727977 w 2654858"/>
                    <a:gd name="csY2" fmla="*/ 10075 h 2335478"/>
                    <a:gd name="csX3" fmla="*/ 692322 w 2654858"/>
                    <a:gd name="csY3" fmla="*/ 678804 h 2335478"/>
                    <a:gd name="csX4" fmla="*/ 0 w 2654858"/>
                    <a:gd name="csY4" fmla="*/ 2161353 h 233547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15023 w 2654858"/>
                    <a:gd name="csY3" fmla="*/ 692920 h 2336228"/>
                    <a:gd name="csX4" fmla="*/ 0 w 2654858"/>
                    <a:gd name="csY4" fmla="*/ 2162103 h 2336228"/>
                    <a:gd name="csX0" fmla="*/ 2645784 w 2654858"/>
                    <a:gd name="csY0" fmla="*/ 2336228 h 2336228"/>
                    <a:gd name="csX1" fmla="*/ 2547218 w 2654858"/>
                    <a:gd name="csY1" fmla="*/ 432084 h 2336228"/>
                    <a:gd name="csX2" fmla="*/ 1727977 w 2654858"/>
                    <a:gd name="csY2" fmla="*/ 10825 h 2336228"/>
                    <a:gd name="csX3" fmla="*/ 742265 w 2654858"/>
                    <a:gd name="csY3" fmla="*/ 692921 h 2336228"/>
                    <a:gd name="csX4" fmla="*/ 0 w 2654858"/>
                    <a:gd name="csY4" fmla="*/ 2162103 h 2336228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645784 w 2654858"/>
                    <a:gd name="csY0" fmla="*/ 2345534 h 2345534"/>
                    <a:gd name="csX1" fmla="*/ 2547218 w 2654858"/>
                    <a:gd name="csY1" fmla="*/ 441390 h 2345534"/>
                    <a:gd name="csX2" fmla="*/ 1727977 w 2654858"/>
                    <a:gd name="csY2" fmla="*/ 20131 h 2345534"/>
                    <a:gd name="csX3" fmla="*/ 646919 w 2654858"/>
                    <a:gd name="csY3" fmla="*/ 858159 h 2345534"/>
                    <a:gd name="csX4" fmla="*/ 0 w 2654858"/>
                    <a:gd name="csY4" fmla="*/ 2171409 h 2345534"/>
                    <a:gd name="csX0" fmla="*/ 2545898 w 2554972"/>
                    <a:gd name="csY0" fmla="*/ 2345534 h 2345534"/>
                    <a:gd name="csX1" fmla="*/ 2447332 w 2554972"/>
                    <a:gd name="csY1" fmla="*/ 441390 h 2345534"/>
                    <a:gd name="csX2" fmla="*/ 1628091 w 2554972"/>
                    <a:gd name="csY2" fmla="*/ 20131 h 2345534"/>
                    <a:gd name="csX3" fmla="*/ 547033 w 2554972"/>
                    <a:gd name="csY3" fmla="*/ 858159 h 2345534"/>
                    <a:gd name="csX4" fmla="*/ 0 w 2554972"/>
                    <a:gd name="csY4" fmla="*/ 2175865 h 2345534"/>
                    <a:gd name="csX0" fmla="*/ 2530008 w 2544884"/>
                    <a:gd name="csY0" fmla="*/ 3121859 h 3121859"/>
                    <a:gd name="csX1" fmla="*/ 2447332 w 2544884"/>
                    <a:gd name="csY1" fmla="*/ 458099 h 3121859"/>
                    <a:gd name="csX2" fmla="*/ 1628091 w 2544884"/>
                    <a:gd name="csY2" fmla="*/ 36840 h 3121859"/>
                    <a:gd name="csX3" fmla="*/ 547033 w 2544884"/>
                    <a:gd name="csY3" fmla="*/ 874868 h 3121859"/>
                    <a:gd name="csX4" fmla="*/ 0 w 2544884"/>
                    <a:gd name="csY4" fmla="*/ 2192574 h 3121859"/>
                    <a:gd name="csX0" fmla="*/ 2530008 w 2543996"/>
                    <a:gd name="csY0" fmla="*/ 3121859 h 3121859"/>
                    <a:gd name="csX1" fmla="*/ 2447332 w 2543996"/>
                    <a:gd name="csY1" fmla="*/ 458099 h 3121859"/>
                    <a:gd name="csX2" fmla="*/ 1628091 w 2543996"/>
                    <a:gd name="csY2" fmla="*/ 36840 h 3121859"/>
                    <a:gd name="csX3" fmla="*/ 547033 w 2543996"/>
                    <a:gd name="csY3" fmla="*/ 874868 h 3121859"/>
                    <a:gd name="csX4" fmla="*/ 0 w 2543996"/>
                    <a:gd name="csY4" fmla="*/ 2192574 h 3121859"/>
                    <a:gd name="csX0" fmla="*/ 2550439 w 2557108"/>
                    <a:gd name="csY0" fmla="*/ 3131041 h 3131042"/>
                    <a:gd name="csX1" fmla="*/ 2447332 w 2557108"/>
                    <a:gd name="csY1" fmla="*/ 458371 h 3131042"/>
                    <a:gd name="csX2" fmla="*/ 1628091 w 2557108"/>
                    <a:gd name="csY2" fmla="*/ 37112 h 3131042"/>
                    <a:gd name="csX3" fmla="*/ 547033 w 2557108"/>
                    <a:gd name="csY3" fmla="*/ 875140 h 3131042"/>
                    <a:gd name="csX4" fmla="*/ 0 w 2557108"/>
                    <a:gd name="csY4" fmla="*/ 2192846 h 3131042"/>
                    <a:gd name="csX0" fmla="*/ 2545899 w 2554008"/>
                    <a:gd name="csY0" fmla="*/ 2465433 h 2465433"/>
                    <a:gd name="csX1" fmla="*/ 2447332 w 2554008"/>
                    <a:gd name="csY1" fmla="*/ 443226 h 2465433"/>
                    <a:gd name="csX2" fmla="*/ 1628091 w 2554008"/>
                    <a:gd name="csY2" fmla="*/ 21967 h 2465433"/>
                    <a:gd name="csX3" fmla="*/ 547033 w 2554008"/>
                    <a:gd name="csY3" fmla="*/ 859995 h 2465433"/>
                    <a:gd name="csX4" fmla="*/ 0 w 2554008"/>
                    <a:gd name="csY4" fmla="*/ 2177701 h 2465433"/>
                    <a:gd name="csX0" fmla="*/ 2545899 w 2554008"/>
                    <a:gd name="csY0" fmla="*/ 2465432 h 2465432"/>
                    <a:gd name="csX1" fmla="*/ 2447332 w 2554008"/>
                    <a:gd name="csY1" fmla="*/ 443225 h 2465432"/>
                    <a:gd name="csX2" fmla="*/ 1628091 w 2554008"/>
                    <a:gd name="csY2" fmla="*/ 21966 h 2465432"/>
                    <a:gd name="csX3" fmla="*/ 547033 w 2554008"/>
                    <a:gd name="csY3" fmla="*/ 859994 h 2465432"/>
                    <a:gd name="csX4" fmla="*/ 0 w 2554008"/>
                    <a:gd name="csY4" fmla="*/ 2177700 h 24654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131" name="Free-form: Shape 130">
                  <a:extLst>
                    <a:ext uri="{FF2B5EF4-FFF2-40B4-BE49-F238E27FC236}">
                      <a16:creationId xmlns:a16="http://schemas.microsoft.com/office/drawing/2014/main" id="{A4EFA89B-3792-AA60-BDEA-48E10E912519}"/>
                    </a:ext>
                  </a:extLst>
                </p:cNvPr>
                <p:cNvSpPr/>
                <p:nvPr/>
              </p:nvSpPr>
              <p:spPr>
                <a:xfrm>
                  <a:off x="5563599" y="1575550"/>
                  <a:ext cx="1577887" cy="1861832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389432 w 2405939"/>
                    <a:gd name="csY0" fmla="*/ 3775203 h 3775204"/>
                    <a:gd name="csX1" fmla="*/ 2338400 w 2405939"/>
                    <a:gd name="csY1" fmla="*/ 548400 h 3775204"/>
                    <a:gd name="csX2" fmla="*/ 1714115 w 2405939"/>
                    <a:gd name="csY2" fmla="*/ 32993 h 3775204"/>
                    <a:gd name="csX3" fmla="*/ 585579 w 2405939"/>
                    <a:gd name="csY3" fmla="*/ 906075 h 3775204"/>
                    <a:gd name="csX4" fmla="*/ 0 w 2405939"/>
                    <a:gd name="csY4" fmla="*/ 2516739 h 3775204"/>
                    <a:gd name="csX0" fmla="*/ 2389432 w 2410258"/>
                    <a:gd name="csY0" fmla="*/ 3775203 h 3775202"/>
                    <a:gd name="csX1" fmla="*/ 2338400 w 2410258"/>
                    <a:gd name="csY1" fmla="*/ 548400 h 3775202"/>
                    <a:gd name="csX2" fmla="*/ 1714115 w 2410258"/>
                    <a:gd name="csY2" fmla="*/ 32993 h 3775202"/>
                    <a:gd name="csX3" fmla="*/ 585579 w 2410258"/>
                    <a:gd name="csY3" fmla="*/ 906075 h 3775202"/>
                    <a:gd name="csX4" fmla="*/ 0 w 2410258"/>
                    <a:gd name="csY4" fmla="*/ 2516739 h 3775202"/>
                    <a:gd name="csX0" fmla="*/ 2392379 w 2411941"/>
                    <a:gd name="csY0" fmla="*/ 3741868 h 3741868"/>
                    <a:gd name="csX1" fmla="*/ 2338400 w 2411941"/>
                    <a:gd name="csY1" fmla="*/ 547477 h 3741868"/>
                    <a:gd name="csX2" fmla="*/ 1714115 w 2411941"/>
                    <a:gd name="csY2" fmla="*/ 32070 h 3741868"/>
                    <a:gd name="csX3" fmla="*/ 585579 w 2411941"/>
                    <a:gd name="csY3" fmla="*/ 905152 h 3741868"/>
                    <a:gd name="csX4" fmla="*/ 0 w 2411941"/>
                    <a:gd name="csY4" fmla="*/ 2515816 h 3741868"/>
                    <a:gd name="csX0" fmla="*/ 2418898 w 2429245"/>
                    <a:gd name="csY0" fmla="*/ 3753987 h 3753987"/>
                    <a:gd name="csX1" fmla="*/ 2338400 w 2429245"/>
                    <a:gd name="csY1" fmla="*/ 547810 h 3753987"/>
                    <a:gd name="csX2" fmla="*/ 1714115 w 2429245"/>
                    <a:gd name="csY2" fmla="*/ 32403 h 3753987"/>
                    <a:gd name="csX3" fmla="*/ 585579 w 2429245"/>
                    <a:gd name="csY3" fmla="*/ 905485 h 3753987"/>
                    <a:gd name="csX4" fmla="*/ 0 w 2429245"/>
                    <a:gd name="csY4" fmla="*/ 2516149 h 3753987"/>
                    <a:gd name="csX0" fmla="*/ 2421845 w 2431415"/>
                    <a:gd name="csY0" fmla="*/ 3760047 h 3760047"/>
                    <a:gd name="csX1" fmla="*/ 2338400 w 2431415"/>
                    <a:gd name="csY1" fmla="*/ 547977 h 3760047"/>
                    <a:gd name="csX2" fmla="*/ 1714115 w 2431415"/>
                    <a:gd name="csY2" fmla="*/ 32570 h 3760047"/>
                    <a:gd name="csX3" fmla="*/ 585579 w 2431415"/>
                    <a:gd name="csY3" fmla="*/ 905652 h 3760047"/>
                    <a:gd name="csX4" fmla="*/ 0 w 2431415"/>
                    <a:gd name="csY4" fmla="*/ 2516316 h 3760047"/>
                    <a:gd name="csX0" fmla="*/ 2510243 w 2511717"/>
                    <a:gd name="csY0" fmla="*/ 2689206 h 2689206"/>
                    <a:gd name="csX1" fmla="*/ 2338400 w 2511717"/>
                    <a:gd name="csY1" fmla="*/ 529063 h 2689206"/>
                    <a:gd name="csX2" fmla="*/ 1714115 w 2511717"/>
                    <a:gd name="csY2" fmla="*/ 13656 h 2689206"/>
                    <a:gd name="csX3" fmla="*/ 585579 w 2511717"/>
                    <a:gd name="csY3" fmla="*/ 886738 h 2689206"/>
                    <a:gd name="csX4" fmla="*/ 0 w 2511717"/>
                    <a:gd name="csY4" fmla="*/ 2497402 h 2689206"/>
                    <a:gd name="csX0" fmla="*/ 2424792 w 2433637"/>
                    <a:gd name="csY0" fmla="*/ 2879804 h 2879804"/>
                    <a:gd name="csX1" fmla="*/ 2338400 w 2433637"/>
                    <a:gd name="csY1" fmla="*/ 531080 h 2879804"/>
                    <a:gd name="csX2" fmla="*/ 1714115 w 2433637"/>
                    <a:gd name="csY2" fmla="*/ 15673 h 2879804"/>
                    <a:gd name="csX3" fmla="*/ 585579 w 2433637"/>
                    <a:gd name="csY3" fmla="*/ 888755 h 2879804"/>
                    <a:gd name="csX4" fmla="*/ 0 w 2433637"/>
                    <a:gd name="csY4" fmla="*/ 2499419 h 2879804"/>
                    <a:gd name="csX0" fmla="*/ 2424792 w 2440614"/>
                    <a:gd name="csY0" fmla="*/ 2879804 h 2879804"/>
                    <a:gd name="csX1" fmla="*/ 2338400 w 2440614"/>
                    <a:gd name="csY1" fmla="*/ 531080 h 2879804"/>
                    <a:gd name="csX2" fmla="*/ 1714115 w 2440614"/>
                    <a:gd name="csY2" fmla="*/ 15673 h 2879804"/>
                    <a:gd name="csX3" fmla="*/ 585579 w 2440614"/>
                    <a:gd name="csY3" fmla="*/ 888755 h 2879804"/>
                    <a:gd name="csX4" fmla="*/ 0 w 2440614"/>
                    <a:gd name="csY4" fmla="*/ 2499419 h 28798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132" name="Free-form: Shape 131">
                  <a:extLst>
                    <a:ext uri="{FF2B5EF4-FFF2-40B4-BE49-F238E27FC236}">
                      <a16:creationId xmlns:a16="http://schemas.microsoft.com/office/drawing/2014/main" id="{DA213C27-8D48-A822-47C1-C17C8E4B975B}"/>
                    </a:ext>
                  </a:extLst>
                </p:cNvPr>
                <p:cNvSpPr/>
                <p:nvPr/>
              </p:nvSpPr>
              <p:spPr>
                <a:xfrm>
                  <a:off x="5867401" y="1843239"/>
                  <a:ext cx="1081084" cy="1580811"/>
                </a:xfrm>
                <a:custGeom>
                  <a:avLst/>
                  <a:gdLst>
                    <a:gd name="csX0" fmla="*/ 2097024 w 2286000"/>
                    <a:gd name="csY0" fmla="*/ 1993392 h 1993392"/>
                    <a:gd name="csX1" fmla="*/ 2121408 w 2286000"/>
                    <a:gd name="csY1" fmla="*/ 1524000 h 1993392"/>
                    <a:gd name="csX2" fmla="*/ 2170176 w 2286000"/>
                    <a:gd name="csY2" fmla="*/ 1310640 h 1993392"/>
                    <a:gd name="csX3" fmla="*/ 2188464 w 2286000"/>
                    <a:gd name="csY3" fmla="*/ 1225296 h 1993392"/>
                    <a:gd name="csX4" fmla="*/ 2243328 w 2286000"/>
                    <a:gd name="csY4" fmla="*/ 999744 h 1993392"/>
                    <a:gd name="csX5" fmla="*/ 2286000 w 2286000"/>
                    <a:gd name="csY5" fmla="*/ 798576 h 1993392"/>
                    <a:gd name="csX6" fmla="*/ 2273808 w 2286000"/>
                    <a:gd name="csY6" fmla="*/ 524256 h 1993392"/>
                    <a:gd name="csX7" fmla="*/ 2249424 w 2286000"/>
                    <a:gd name="csY7" fmla="*/ 414528 h 1993392"/>
                    <a:gd name="csX8" fmla="*/ 1895856 w 2286000"/>
                    <a:gd name="csY8" fmla="*/ 85344 h 1993392"/>
                    <a:gd name="csX9" fmla="*/ 1804416 w 2286000"/>
                    <a:gd name="csY9" fmla="*/ 36576 h 1993392"/>
                    <a:gd name="csX10" fmla="*/ 1554480 w 2286000"/>
                    <a:gd name="csY10" fmla="*/ 0 h 1993392"/>
                    <a:gd name="csX11" fmla="*/ 987552 w 2286000"/>
                    <a:gd name="csY11" fmla="*/ 115824 h 1993392"/>
                    <a:gd name="csX12" fmla="*/ 804672 w 2286000"/>
                    <a:gd name="csY12" fmla="*/ 243840 h 1993392"/>
                    <a:gd name="csX13" fmla="*/ 566928 w 2286000"/>
                    <a:gd name="csY13" fmla="*/ 499872 h 1993392"/>
                    <a:gd name="csX14" fmla="*/ 335280 w 2286000"/>
                    <a:gd name="csY14" fmla="*/ 835152 h 1993392"/>
                    <a:gd name="csX15" fmla="*/ 91440 w 2286000"/>
                    <a:gd name="csY15" fmla="*/ 1237488 h 1993392"/>
                    <a:gd name="csX16" fmla="*/ 42672 w 2286000"/>
                    <a:gd name="csY16" fmla="*/ 1365504 h 1993392"/>
                    <a:gd name="csX17" fmla="*/ 0 w 2286000"/>
                    <a:gd name="csY17" fmla="*/ 1554480 h 1993392"/>
                    <a:gd name="csX0" fmla="*/ 2097024 w 2292601"/>
                    <a:gd name="csY0" fmla="*/ 1993392 h 1993392"/>
                    <a:gd name="csX1" fmla="*/ 2121408 w 2292601"/>
                    <a:gd name="csY1" fmla="*/ 1524000 h 1993392"/>
                    <a:gd name="csX2" fmla="*/ 2170176 w 2292601"/>
                    <a:gd name="csY2" fmla="*/ 1310640 h 1993392"/>
                    <a:gd name="csX3" fmla="*/ 2188464 w 2292601"/>
                    <a:gd name="csY3" fmla="*/ 1225296 h 1993392"/>
                    <a:gd name="csX4" fmla="*/ 2243328 w 2292601"/>
                    <a:gd name="csY4" fmla="*/ 999744 h 1993392"/>
                    <a:gd name="csX5" fmla="*/ 2286000 w 2292601"/>
                    <a:gd name="csY5" fmla="*/ 798576 h 1993392"/>
                    <a:gd name="csX6" fmla="*/ 2249424 w 2292601"/>
                    <a:gd name="csY6" fmla="*/ 414528 h 1993392"/>
                    <a:gd name="csX7" fmla="*/ 1895856 w 2292601"/>
                    <a:gd name="csY7" fmla="*/ 85344 h 1993392"/>
                    <a:gd name="csX8" fmla="*/ 1804416 w 2292601"/>
                    <a:gd name="csY8" fmla="*/ 36576 h 1993392"/>
                    <a:gd name="csX9" fmla="*/ 1554480 w 2292601"/>
                    <a:gd name="csY9" fmla="*/ 0 h 1993392"/>
                    <a:gd name="csX10" fmla="*/ 987552 w 2292601"/>
                    <a:gd name="csY10" fmla="*/ 115824 h 1993392"/>
                    <a:gd name="csX11" fmla="*/ 804672 w 2292601"/>
                    <a:gd name="csY11" fmla="*/ 243840 h 1993392"/>
                    <a:gd name="csX12" fmla="*/ 566928 w 2292601"/>
                    <a:gd name="csY12" fmla="*/ 499872 h 1993392"/>
                    <a:gd name="csX13" fmla="*/ 335280 w 2292601"/>
                    <a:gd name="csY13" fmla="*/ 835152 h 1993392"/>
                    <a:gd name="csX14" fmla="*/ 91440 w 2292601"/>
                    <a:gd name="csY14" fmla="*/ 1237488 h 1993392"/>
                    <a:gd name="csX15" fmla="*/ 42672 w 2292601"/>
                    <a:gd name="csY15" fmla="*/ 1365504 h 1993392"/>
                    <a:gd name="csX16" fmla="*/ 0 w 2292601"/>
                    <a:gd name="csY16" fmla="*/ 1554480 h 1993392"/>
                    <a:gd name="csX0" fmla="*/ 2097024 w 2275845"/>
                    <a:gd name="csY0" fmla="*/ 1993392 h 1993392"/>
                    <a:gd name="csX1" fmla="*/ 2121408 w 2275845"/>
                    <a:gd name="csY1" fmla="*/ 1524000 h 1993392"/>
                    <a:gd name="csX2" fmla="*/ 2170176 w 2275845"/>
                    <a:gd name="csY2" fmla="*/ 1310640 h 1993392"/>
                    <a:gd name="csX3" fmla="*/ 2188464 w 2275845"/>
                    <a:gd name="csY3" fmla="*/ 1225296 h 1993392"/>
                    <a:gd name="csX4" fmla="*/ 2243328 w 2275845"/>
                    <a:gd name="csY4" fmla="*/ 999744 h 1993392"/>
                    <a:gd name="csX5" fmla="*/ 2249424 w 2275845"/>
                    <a:gd name="csY5" fmla="*/ 414528 h 1993392"/>
                    <a:gd name="csX6" fmla="*/ 1895856 w 2275845"/>
                    <a:gd name="csY6" fmla="*/ 85344 h 1993392"/>
                    <a:gd name="csX7" fmla="*/ 1804416 w 2275845"/>
                    <a:gd name="csY7" fmla="*/ 36576 h 1993392"/>
                    <a:gd name="csX8" fmla="*/ 1554480 w 2275845"/>
                    <a:gd name="csY8" fmla="*/ 0 h 1993392"/>
                    <a:gd name="csX9" fmla="*/ 987552 w 2275845"/>
                    <a:gd name="csY9" fmla="*/ 115824 h 1993392"/>
                    <a:gd name="csX10" fmla="*/ 804672 w 2275845"/>
                    <a:gd name="csY10" fmla="*/ 243840 h 1993392"/>
                    <a:gd name="csX11" fmla="*/ 566928 w 2275845"/>
                    <a:gd name="csY11" fmla="*/ 499872 h 1993392"/>
                    <a:gd name="csX12" fmla="*/ 335280 w 2275845"/>
                    <a:gd name="csY12" fmla="*/ 835152 h 1993392"/>
                    <a:gd name="csX13" fmla="*/ 91440 w 2275845"/>
                    <a:gd name="csY13" fmla="*/ 1237488 h 1993392"/>
                    <a:gd name="csX14" fmla="*/ 42672 w 2275845"/>
                    <a:gd name="csY14" fmla="*/ 1365504 h 1993392"/>
                    <a:gd name="csX15" fmla="*/ 0 w 2275845"/>
                    <a:gd name="csY15" fmla="*/ 1554480 h 1993392"/>
                    <a:gd name="csX0" fmla="*/ 2340864 w 2344509"/>
                    <a:gd name="csY0" fmla="*/ 1999488 h 1999488"/>
                    <a:gd name="csX1" fmla="*/ 2121408 w 2344509"/>
                    <a:gd name="csY1" fmla="*/ 1524000 h 1999488"/>
                    <a:gd name="csX2" fmla="*/ 2170176 w 2344509"/>
                    <a:gd name="csY2" fmla="*/ 1310640 h 1999488"/>
                    <a:gd name="csX3" fmla="*/ 2188464 w 2344509"/>
                    <a:gd name="csY3" fmla="*/ 1225296 h 1999488"/>
                    <a:gd name="csX4" fmla="*/ 2243328 w 2344509"/>
                    <a:gd name="csY4" fmla="*/ 999744 h 1999488"/>
                    <a:gd name="csX5" fmla="*/ 2249424 w 2344509"/>
                    <a:gd name="csY5" fmla="*/ 414528 h 1999488"/>
                    <a:gd name="csX6" fmla="*/ 1895856 w 2344509"/>
                    <a:gd name="csY6" fmla="*/ 85344 h 1999488"/>
                    <a:gd name="csX7" fmla="*/ 1804416 w 2344509"/>
                    <a:gd name="csY7" fmla="*/ 36576 h 1999488"/>
                    <a:gd name="csX8" fmla="*/ 1554480 w 2344509"/>
                    <a:gd name="csY8" fmla="*/ 0 h 1999488"/>
                    <a:gd name="csX9" fmla="*/ 987552 w 2344509"/>
                    <a:gd name="csY9" fmla="*/ 115824 h 1999488"/>
                    <a:gd name="csX10" fmla="*/ 804672 w 2344509"/>
                    <a:gd name="csY10" fmla="*/ 243840 h 1999488"/>
                    <a:gd name="csX11" fmla="*/ 566928 w 2344509"/>
                    <a:gd name="csY11" fmla="*/ 499872 h 1999488"/>
                    <a:gd name="csX12" fmla="*/ 335280 w 2344509"/>
                    <a:gd name="csY12" fmla="*/ 835152 h 1999488"/>
                    <a:gd name="csX13" fmla="*/ 91440 w 2344509"/>
                    <a:gd name="csY13" fmla="*/ 1237488 h 1999488"/>
                    <a:gd name="csX14" fmla="*/ 42672 w 2344509"/>
                    <a:gd name="csY14" fmla="*/ 1365504 h 1999488"/>
                    <a:gd name="csX15" fmla="*/ 0 w 2344509"/>
                    <a:gd name="csY15" fmla="*/ 1554480 h 1999488"/>
                    <a:gd name="csX0" fmla="*/ 2340864 w 2340864"/>
                    <a:gd name="csY0" fmla="*/ 1999488 h 1999488"/>
                    <a:gd name="csX1" fmla="*/ 2170176 w 2340864"/>
                    <a:gd name="csY1" fmla="*/ 1310640 h 1999488"/>
                    <a:gd name="csX2" fmla="*/ 2188464 w 2340864"/>
                    <a:gd name="csY2" fmla="*/ 1225296 h 1999488"/>
                    <a:gd name="csX3" fmla="*/ 2243328 w 2340864"/>
                    <a:gd name="csY3" fmla="*/ 999744 h 1999488"/>
                    <a:gd name="csX4" fmla="*/ 2249424 w 2340864"/>
                    <a:gd name="csY4" fmla="*/ 414528 h 1999488"/>
                    <a:gd name="csX5" fmla="*/ 1895856 w 2340864"/>
                    <a:gd name="csY5" fmla="*/ 85344 h 1999488"/>
                    <a:gd name="csX6" fmla="*/ 1804416 w 2340864"/>
                    <a:gd name="csY6" fmla="*/ 36576 h 1999488"/>
                    <a:gd name="csX7" fmla="*/ 1554480 w 2340864"/>
                    <a:gd name="csY7" fmla="*/ 0 h 1999488"/>
                    <a:gd name="csX8" fmla="*/ 987552 w 2340864"/>
                    <a:gd name="csY8" fmla="*/ 115824 h 1999488"/>
                    <a:gd name="csX9" fmla="*/ 804672 w 2340864"/>
                    <a:gd name="csY9" fmla="*/ 243840 h 1999488"/>
                    <a:gd name="csX10" fmla="*/ 566928 w 2340864"/>
                    <a:gd name="csY10" fmla="*/ 499872 h 1999488"/>
                    <a:gd name="csX11" fmla="*/ 335280 w 2340864"/>
                    <a:gd name="csY11" fmla="*/ 835152 h 1999488"/>
                    <a:gd name="csX12" fmla="*/ 91440 w 2340864"/>
                    <a:gd name="csY12" fmla="*/ 1237488 h 1999488"/>
                    <a:gd name="csX13" fmla="*/ 42672 w 2340864"/>
                    <a:gd name="csY13" fmla="*/ 1365504 h 1999488"/>
                    <a:gd name="csX14" fmla="*/ 0 w 2340864"/>
                    <a:gd name="csY14" fmla="*/ 1554480 h 1999488"/>
                    <a:gd name="csX0" fmla="*/ 2340864 w 2340864"/>
                    <a:gd name="csY0" fmla="*/ 1999488 h 1999488"/>
                    <a:gd name="csX1" fmla="*/ 2188464 w 2340864"/>
                    <a:gd name="csY1" fmla="*/ 1225296 h 1999488"/>
                    <a:gd name="csX2" fmla="*/ 2243328 w 2340864"/>
                    <a:gd name="csY2" fmla="*/ 999744 h 1999488"/>
                    <a:gd name="csX3" fmla="*/ 2249424 w 2340864"/>
                    <a:gd name="csY3" fmla="*/ 414528 h 1999488"/>
                    <a:gd name="csX4" fmla="*/ 1895856 w 2340864"/>
                    <a:gd name="csY4" fmla="*/ 85344 h 1999488"/>
                    <a:gd name="csX5" fmla="*/ 1804416 w 2340864"/>
                    <a:gd name="csY5" fmla="*/ 36576 h 1999488"/>
                    <a:gd name="csX6" fmla="*/ 1554480 w 2340864"/>
                    <a:gd name="csY6" fmla="*/ 0 h 1999488"/>
                    <a:gd name="csX7" fmla="*/ 987552 w 2340864"/>
                    <a:gd name="csY7" fmla="*/ 115824 h 1999488"/>
                    <a:gd name="csX8" fmla="*/ 804672 w 2340864"/>
                    <a:gd name="csY8" fmla="*/ 243840 h 1999488"/>
                    <a:gd name="csX9" fmla="*/ 566928 w 2340864"/>
                    <a:gd name="csY9" fmla="*/ 499872 h 1999488"/>
                    <a:gd name="csX10" fmla="*/ 335280 w 2340864"/>
                    <a:gd name="csY10" fmla="*/ 835152 h 1999488"/>
                    <a:gd name="csX11" fmla="*/ 91440 w 2340864"/>
                    <a:gd name="csY11" fmla="*/ 1237488 h 1999488"/>
                    <a:gd name="csX12" fmla="*/ 42672 w 2340864"/>
                    <a:gd name="csY12" fmla="*/ 1365504 h 1999488"/>
                    <a:gd name="csX13" fmla="*/ 0 w 2340864"/>
                    <a:gd name="csY13" fmla="*/ 1554480 h 1999488"/>
                    <a:gd name="csX0" fmla="*/ 2340864 w 2340864"/>
                    <a:gd name="csY0" fmla="*/ 1999488 h 1999488"/>
                    <a:gd name="csX1" fmla="*/ 2243328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4781"/>
                    <a:gd name="csY0" fmla="*/ 1999488 h 1999488"/>
                    <a:gd name="csX1" fmla="*/ 2340864 w 2344781"/>
                    <a:gd name="csY1" fmla="*/ 999744 h 1999488"/>
                    <a:gd name="csX2" fmla="*/ 2249424 w 2344781"/>
                    <a:gd name="csY2" fmla="*/ 414528 h 1999488"/>
                    <a:gd name="csX3" fmla="*/ 1895856 w 2344781"/>
                    <a:gd name="csY3" fmla="*/ 85344 h 1999488"/>
                    <a:gd name="csX4" fmla="*/ 1804416 w 2344781"/>
                    <a:gd name="csY4" fmla="*/ 36576 h 1999488"/>
                    <a:gd name="csX5" fmla="*/ 1554480 w 2344781"/>
                    <a:gd name="csY5" fmla="*/ 0 h 1999488"/>
                    <a:gd name="csX6" fmla="*/ 987552 w 2344781"/>
                    <a:gd name="csY6" fmla="*/ 115824 h 1999488"/>
                    <a:gd name="csX7" fmla="*/ 804672 w 2344781"/>
                    <a:gd name="csY7" fmla="*/ 243840 h 1999488"/>
                    <a:gd name="csX8" fmla="*/ 566928 w 2344781"/>
                    <a:gd name="csY8" fmla="*/ 499872 h 1999488"/>
                    <a:gd name="csX9" fmla="*/ 335280 w 2344781"/>
                    <a:gd name="csY9" fmla="*/ 835152 h 1999488"/>
                    <a:gd name="csX10" fmla="*/ 91440 w 2344781"/>
                    <a:gd name="csY10" fmla="*/ 1237488 h 1999488"/>
                    <a:gd name="csX11" fmla="*/ 42672 w 2344781"/>
                    <a:gd name="csY11" fmla="*/ 1365504 h 1999488"/>
                    <a:gd name="csX12" fmla="*/ 0 w 2344781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4145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95856 w 2340864"/>
                    <a:gd name="csY3" fmla="*/ 85344 h 1999488"/>
                    <a:gd name="csX4" fmla="*/ 1804416 w 2340864"/>
                    <a:gd name="csY4" fmla="*/ 36576 h 1999488"/>
                    <a:gd name="csX5" fmla="*/ 1554480 w 2340864"/>
                    <a:gd name="csY5" fmla="*/ 0 h 1999488"/>
                    <a:gd name="csX6" fmla="*/ 987552 w 2340864"/>
                    <a:gd name="csY6" fmla="*/ 115824 h 1999488"/>
                    <a:gd name="csX7" fmla="*/ 804672 w 2340864"/>
                    <a:gd name="csY7" fmla="*/ 243840 h 1999488"/>
                    <a:gd name="csX8" fmla="*/ 566928 w 2340864"/>
                    <a:gd name="csY8" fmla="*/ 499872 h 1999488"/>
                    <a:gd name="csX9" fmla="*/ 335280 w 2340864"/>
                    <a:gd name="csY9" fmla="*/ 835152 h 1999488"/>
                    <a:gd name="csX10" fmla="*/ 91440 w 2340864"/>
                    <a:gd name="csY10" fmla="*/ 1237488 h 1999488"/>
                    <a:gd name="csX11" fmla="*/ 42672 w 2340864"/>
                    <a:gd name="csY11" fmla="*/ 1365504 h 1999488"/>
                    <a:gd name="csX12" fmla="*/ 0 w 2340864"/>
                    <a:gd name="csY12" fmla="*/ 1554480 h 1999488"/>
                    <a:gd name="csX0" fmla="*/ 2340864 w 2340864"/>
                    <a:gd name="csY0" fmla="*/ 1999488 h 1999488"/>
                    <a:gd name="csX1" fmla="*/ 2316480 w 2340864"/>
                    <a:gd name="csY1" fmla="*/ 999744 h 1999488"/>
                    <a:gd name="csX2" fmla="*/ 2249424 w 2340864"/>
                    <a:gd name="csY2" fmla="*/ 109728 h 1999488"/>
                    <a:gd name="csX3" fmla="*/ 1804416 w 2340864"/>
                    <a:gd name="csY3" fmla="*/ 36576 h 1999488"/>
                    <a:gd name="csX4" fmla="*/ 1554480 w 2340864"/>
                    <a:gd name="csY4" fmla="*/ 0 h 1999488"/>
                    <a:gd name="csX5" fmla="*/ 987552 w 2340864"/>
                    <a:gd name="csY5" fmla="*/ 115824 h 1999488"/>
                    <a:gd name="csX6" fmla="*/ 804672 w 2340864"/>
                    <a:gd name="csY6" fmla="*/ 243840 h 1999488"/>
                    <a:gd name="csX7" fmla="*/ 566928 w 2340864"/>
                    <a:gd name="csY7" fmla="*/ 499872 h 1999488"/>
                    <a:gd name="csX8" fmla="*/ 335280 w 2340864"/>
                    <a:gd name="csY8" fmla="*/ 835152 h 1999488"/>
                    <a:gd name="csX9" fmla="*/ 91440 w 2340864"/>
                    <a:gd name="csY9" fmla="*/ 1237488 h 1999488"/>
                    <a:gd name="csX10" fmla="*/ 42672 w 2340864"/>
                    <a:gd name="csY10" fmla="*/ 1365504 h 1999488"/>
                    <a:gd name="csX11" fmla="*/ 0 w 2340864"/>
                    <a:gd name="csY11" fmla="*/ 1554480 h 1999488"/>
                    <a:gd name="csX0" fmla="*/ 2340864 w 2340864"/>
                    <a:gd name="csY0" fmla="*/ 2009294 h 2009294"/>
                    <a:gd name="csX1" fmla="*/ 2316480 w 2340864"/>
                    <a:gd name="csY1" fmla="*/ 1009550 h 2009294"/>
                    <a:gd name="csX2" fmla="*/ 2249424 w 2340864"/>
                    <a:gd name="csY2" fmla="*/ 119534 h 2009294"/>
                    <a:gd name="csX3" fmla="*/ 1554480 w 2340864"/>
                    <a:gd name="csY3" fmla="*/ 9806 h 2009294"/>
                    <a:gd name="csX4" fmla="*/ 987552 w 2340864"/>
                    <a:gd name="csY4" fmla="*/ 125630 h 2009294"/>
                    <a:gd name="csX5" fmla="*/ 804672 w 2340864"/>
                    <a:gd name="csY5" fmla="*/ 253646 h 2009294"/>
                    <a:gd name="csX6" fmla="*/ 566928 w 2340864"/>
                    <a:gd name="csY6" fmla="*/ 509678 h 2009294"/>
                    <a:gd name="csX7" fmla="*/ 335280 w 2340864"/>
                    <a:gd name="csY7" fmla="*/ 844958 h 2009294"/>
                    <a:gd name="csX8" fmla="*/ 91440 w 2340864"/>
                    <a:gd name="csY8" fmla="*/ 1247294 h 2009294"/>
                    <a:gd name="csX9" fmla="*/ 42672 w 2340864"/>
                    <a:gd name="csY9" fmla="*/ 1375310 h 2009294"/>
                    <a:gd name="csX10" fmla="*/ 0 w 2340864"/>
                    <a:gd name="csY10" fmla="*/ 1564286 h 2009294"/>
                    <a:gd name="csX0" fmla="*/ 2340864 w 2364323"/>
                    <a:gd name="csY0" fmla="*/ 1958737 h 1958737"/>
                    <a:gd name="csX1" fmla="*/ 2316480 w 2364323"/>
                    <a:gd name="csY1" fmla="*/ 958993 h 1958737"/>
                    <a:gd name="csX2" fmla="*/ 2249424 w 2364323"/>
                    <a:gd name="csY2" fmla="*/ 68977 h 1958737"/>
                    <a:gd name="csX3" fmla="*/ 987552 w 2364323"/>
                    <a:gd name="csY3" fmla="*/ 75073 h 1958737"/>
                    <a:gd name="csX4" fmla="*/ 804672 w 2364323"/>
                    <a:gd name="csY4" fmla="*/ 203089 h 1958737"/>
                    <a:gd name="csX5" fmla="*/ 566928 w 2364323"/>
                    <a:gd name="csY5" fmla="*/ 459121 h 1958737"/>
                    <a:gd name="csX6" fmla="*/ 335280 w 2364323"/>
                    <a:gd name="csY6" fmla="*/ 794401 h 1958737"/>
                    <a:gd name="csX7" fmla="*/ 91440 w 2364323"/>
                    <a:gd name="csY7" fmla="*/ 1196737 h 1958737"/>
                    <a:gd name="csX8" fmla="*/ 42672 w 2364323"/>
                    <a:gd name="csY8" fmla="*/ 1324753 h 1958737"/>
                    <a:gd name="csX9" fmla="*/ 0 w 2364323"/>
                    <a:gd name="csY9" fmla="*/ 1513729 h 1958737"/>
                    <a:gd name="csX0" fmla="*/ 2340864 w 2340864"/>
                    <a:gd name="csY0" fmla="*/ 2191075 h 2191075"/>
                    <a:gd name="csX1" fmla="*/ 2316480 w 2340864"/>
                    <a:gd name="csY1" fmla="*/ 1191331 h 2191075"/>
                    <a:gd name="csX2" fmla="*/ 2249424 w 2340864"/>
                    <a:gd name="csY2" fmla="*/ 301315 h 2191075"/>
                    <a:gd name="csX3" fmla="*/ 1408176 w 2340864"/>
                    <a:gd name="csY3" fmla="*/ 2611 h 2191075"/>
                    <a:gd name="csX4" fmla="*/ 804672 w 2340864"/>
                    <a:gd name="csY4" fmla="*/ 435427 h 2191075"/>
                    <a:gd name="csX5" fmla="*/ 566928 w 2340864"/>
                    <a:gd name="csY5" fmla="*/ 691459 h 2191075"/>
                    <a:gd name="csX6" fmla="*/ 335280 w 2340864"/>
                    <a:gd name="csY6" fmla="*/ 1026739 h 2191075"/>
                    <a:gd name="csX7" fmla="*/ 91440 w 2340864"/>
                    <a:gd name="csY7" fmla="*/ 1429075 h 2191075"/>
                    <a:gd name="csX8" fmla="*/ 42672 w 2340864"/>
                    <a:gd name="csY8" fmla="*/ 1557091 h 2191075"/>
                    <a:gd name="csX9" fmla="*/ 0 w 2340864"/>
                    <a:gd name="csY9" fmla="*/ 1746067 h 2191075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804672 w 2340864"/>
                    <a:gd name="csY4" fmla="*/ 447178 h 2202826"/>
                    <a:gd name="csX5" fmla="*/ 566928 w 2340864"/>
                    <a:gd name="csY5" fmla="*/ 703210 h 2202826"/>
                    <a:gd name="csX6" fmla="*/ 335280 w 2340864"/>
                    <a:gd name="csY6" fmla="*/ 1038490 h 2202826"/>
                    <a:gd name="csX7" fmla="*/ 91440 w 2340864"/>
                    <a:gd name="csY7" fmla="*/ 1440826 h 2202826"/>
                    <a:gd name="csX8" fmla="*/ 42672 w 2340864"/>
                    <a:gd name="csY8" fmla="*/ 1568842 h 2202826"/>
                    <a:gd name="csX9" fmla="*/ 0 w 2340864"/>
                    <a:gd name="csY9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335280 w 2340864"/>
                    <a:gd name="csY5" fmla="*/ 1038490 h 2202826"/>
                    <a:gd name="csX6" fmla="*/ 91440 w 2340864"/>
                    <a:gd name="csY6" fmla="*/ 1440826 h 2202826"/>
                    <a:gd name="csX7" fmla="*/ 42672 w 2340864"/>
                    <a:gd name="csY7" fmla="*/ 1568842 h 2202826"/>
                    <a:gd name="csX8" fmla="*/ 0 w 2340864"/>
                    <a:gd name="csY8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42672 w 2340864"/>
                    <a:gd name="csY6" fmla="*/ 1568842 h 2202826"/>
                    <a:gd name="csX7" fmla="*/ 0 w 2340864"/>
                    <a:gd name="csY7" fmla="*/ 1757818 h 2202826"/>
                    <a:gd name="csX0" fmla="*/ 2340864 w 2340864"/>
                    <a:gd name="csY0" fmla="*/ 2202826 h 2202826"/>
                    <a:gd name="csX1" fmla="*/ 2316480 w 2340864"/>
                    <a:gd name="csY1" fmla="*/ 1203082 h 2202826"/>
                    <a:gd name="csX2" fmla="*/ 2249424 w 2340864"/>
                    <a:gd name="csY2" fmla="*/ 313066 h 2202826"/>
                    <a:gd name="csX3" fmla="*/ 1408176 w 2340864"/>
                    <a:gd name="csY3" fmla="*/ 14362 h 2202826"/>
                    <a:gd name="csX4" fmla="*/ 566928 w 2340864"/>
                    <a:gd name="csY4" fmla="*/ 703210 h 2202826"/>
                    <a:gd name="csX5" fmla="*/ 91440 w 2340864"/>
                    <a:gd name="csY5" fmla="*/ 1440826 h 2202826"/>
                    <a:gd name="csX6" fmla="*/ 0 w 2340864"/>
                    <a:gd name="csY6" fmla="*/ 1757818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65760 w 2615184"/>
                    <a:gd name="csY5" fmla="*/ 1440826 h 2202826"/>
                    <a:gd name="csX6" fmla="*/ 0 w 2615184"/>
                    <a:gd name="csY6" fmla="*/ 1989466 h 2202826"/>
                    <a:gd name="csX0" fmla="*/ 2615184 w 2615184"/>
                    <a:gd name="csY0" fmla="*/ 2202826 h 2202826"/>
                    <a:gd name="csX1" fmla="*/ 2590800 w 2615184"/>
                    <a:gd name="csY1" fmla="*/ 1203082 h 2202826"/>
                    <a:gd name="csX2" fmla="*/ 2523744 w 2615184"/>
                    <a:gd name="csY2" fmla="*/ 313066 h 2202826"/>
                    <a:gd name="csX3" fmla="*/ 1682496 w 2615184"/>
                    <a:gd name="csY3" fmla="*/ 14362 h 2202826"/>
                    <a:gd name="csX4" fmla="*/ 841248 w 2615184"/>
                    <a:gd name="csY4" fmla="*/ 703210 h 2202826"/>
                    <a:gd name="csX5" fmla="*/ 335280 w 2615184"/>
                    <a:gd name="csY5" fmla="*/ 1318906 h 2202826"/>
                    <a:gd name="csX6" fmla="*/ 0 w 2615184"/>
                    <a:gd name="csY6" fmla="*/ 1989466 h 2202826"/>
                    <a:gd name="csX0" fmla="*/ 2615184 w 2615184"/>
                    <a:gd name="csY0" fmla="*/ 2192621 h 2192621"/>
                    <a:gd name="csX1" fmla="*/ 2590800 w 2615184"/>
                    <a:gd name="csY1" fmla="*/ 1192877 h 2192621"/>
                    <a:gd name="csX2" fmla="*/ 2523744 w 2615184"/>
                    <a:gd name="csY2" fmla="*/ 302861 h 2192621"/>
                    <a:gd name="csX3" fmla="*/ 1682496 w 2615184"/>
                    <a:gd name="csY3" fmla="*/ 4157 h 2192621"/>
                    <a:gd name="csX4" fmla="*/ 975360 w 2615184"/>
                    <a:gd name="csY4" fmla="*/ 479645 h 2192621"/>
                    <a:gd name="csX5" fmla="*/ 335280 w 2615184"/>
                    <a:gd name="csY5" fmla="*/ 1308701 h 2192621"/>
                    <a:gd name="csX6" fmla="*/ 0 w 2615184"/>
                    <a:gd name="csY6" fmla="*/ 1979261 h 2192621"/>
                    <a:gd name="csX0" fmla="*/ 2615184 w 2615184"/>
                    <a:gd name="csY0" fmla="*/ 2203158 h 2203158"/>
                    <a:gd name="csX1" fmla="*/ 2590800 w 2615184"/>
                    <a:gd name="csY1" fmla="*/ 1203414 h 2203158"/>
                    <a:gd name="csX2" fmla="*/ 2523744 w 2615184"/>
                    <a:gd name="csY2" fmla="*/ 313398 h 2203158"/>
                    <a:gd name="csX3" fmla="*/ 1682496 w 2615184"/>
                    <a:gd name="csY3" fmla="*/ 14694 h 2203158"/>
                    <a:gd name="csX4" fmla="*/ 975360 w 2615184"/>
                    <a:gd name="csY4" fmla="*/ 490182 h 2203158"/>
                    <a:gd name="csX5" fmla="*/ 335280 w 2615184"/>
                    <a:gd name="csY5" fmla="*/ 1319238 h 2203158"/>
                    <a:gd name="csX6" fmla="*/ 0 w 2615184"/>
                    <a:gd name="csY6" fmla="*/ 1989798 h 2203158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3049 h 2193049"/>
                    <a:gd name="csX1" fmla="*/ 2590800 w 2615184"/>
                    <a:gd name="csY1" fmla="*/ 1193305 h 2193049"/>
                    <a:gd name="csX2" fmla="*/ 2523744 w 2615184"/>
                    <a:gd name="csY2" fmla="*/ 303289 h 2193049"/>
                    <a:gd name="csX3" fmla="*/ 1682496 w 2615184"/>
                    <a:gd name="csY3" fmla="*/ 4585 h 2193049"/>
                    <a:gd name="csX4" fmla="*/ 975360 w 2615184"/>
                    <a:gd name="csY4" fmla="*/ 480073 h 2193049"/>
                    <a:gd name="csX5" fmla="*/ 335280 w 2615184"/>
                    <a:gd name="csY5" fmla="*/ 1309129 h 2193049"/>
                    <a:gd name="csX6" fmla="*/ 0 w 2615184"/>
                    <a:gd name="csY6" fmla="*/ 1979689 h 2193049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91076 h 2191076"/>
                    <a:gd name="csX1" fmla="*/ 2590800 w 2615184"/>
                    <a:gd name="csY1" fmla="*/ 1191332 h 2191076"/>
                    <a:gd name="csX2" fmla="*/ 2523744 w 2615184"/>
                    <a:gd name="csY2" fmla="*/ 301316 h 2191076"/>
                    <a:gd name="csX3" fmla="*/ 1682496 w 2615184"/>
                    <a:gd name="csY3" fmla="*/ 2612 h 2191076"/>
                    <a:gd name="csX4" fmla="*/ 920496 w 2615184"/>
                    <a:gd name="csY4" fmla="*/ 435428 h 2191076"/>
                    <a:gd name="csX5" fmla="*/ 335280 w 2615184"/>
                    <a:gd name="csY5" fmla="*/ 1307156 h 2191076"/>
                    <a:gd name="csX6" fmla="*/ 0 w 2615184"/>
                    <a:gd name="csY6" fmla="*/ 1977716 h 2191076"/>
                    <a:gd name="csX0" fmla="*/ 2615184 w 2615184"/>
                    <a:gd name="csY0" fmla="*/ 2167103 h 2167103"/>
                    <a:gd name="csX1" fmla="*/ 2590800 w 2615184"/>
                    <a:gd name="csY1" fmla="*/ 1167359 h 2167103"/>
                    <a:gd name="csX2" fmla="*/ 2523744 w 2615184"/>
                    <a:gd name="csY2" fmla="*/ 277343 h 2167103"/>
                    <a:gd name="csX3" fmla="*/ 1645920 w 2615184"/>
                    <a:gd name="csY3" fmla="*/ 3023 h 2167103"/>
                    <a:gd name="csX4" fmla="*/ 920496 w 2615184"/>
                    <a:gd name="csY4" fmla="*/ 411455 h 2167103"/>
                    <a:gd name="csX5" fmla="*/ 335280 w 2615184"/>
                    <a:gd name="csY5" fmla="*/ 1283183 h 2167103"/>
                    <a:gd name="csX6" fmla="*/ 0 w 2615184"/>
                    <a:gd name="csY6" fmla="*/ 1953743 h 2167103"/>
                    <a:gd name="csX0" fmla="*/ 2615184 w 2627956"/>
                    <a:gd name="csY0" fmla="*/ 2167015 h 2167015"/>
                    <a:gd name="csX1" fmla="*/ 2621280 w 2627956"/>
                    <a:gd name="csY1" fmla="*/ 1142887 h 2167015"/>
                    <a:gd name="csX2" fmla="*/ 2523744 w 2627956"/>
                    <a:gd name="csY2" fmla="*/ 277255 h 2167015"/>
                    <a:gd name="csX3" fmla="*/ 1645920 w 2627956"/>
                    <a:gd name="csY3" fmla="*/ 2935 h 2167015"/>
                    <a:gd name="csX4" fmla="*/ 920496 w 2627956"/>
                    <a:gd name="csY4" fmla="*/ 411367 h 2167015"/>
                    <a:gd name="csX5" fmla="*/ 335280 w 2627956"/>
                    <a:gd name="csY5" fmla="*/ 1283095 h 2167015"/>
                    <a:gd name="csX6" fmla="*/ 0 w 2627956"/>
                    <a:gd name="csY6" fmla="*/ 1953655 h 2167015"/>
                    <a:gd name="csX0" fmla="*/ 2615184 w 2622902"/>
                    <a:gd name="csY0" fmla="*/ 2183064 h 2183064"/>
                    <a:gd name="csX1" fmla="*/ 2523744 w 2622902"/>
                    <a:gd name="csY1" fmla="*/ 293304 h 2183064"/>
                    <a:gd name="csX2" fmla="*/ 1645920 w 2622902"/>
                    <a:gd name="csY2" fmla="*/ 18984 h 2183064"/>
                    <a:gd name="csX3" fmla="*/ 920496 w 2622902"/>
                    <a:gd name="csY3" fmla="*/ 427416 h 2183064"/>
                    <a:gd name="csX4" fmla="*/ 335280 w 2622902"/>
                    <a:gd name="csY4" fmla="*/ 1299144 h 2183064"/>
                    <a:gd name="csX5" fmla="*/ 0 w 2622902"/>
                    <a:gd name="csY5" fmla="*/ 1969704 h 2183064"/>
                    <a:gd name="csX0" fmla="*/ 2615184 w 2647910"/>
                    <a:gd name="csY0" fmla="*/ 2183064 h 2183064"/>
                    <a:gd name="csX1" fmla="*/ 2566416 w 2647910"/>
                    <a:gd name="csY1" fmla="*/ 293304 h 2183064"/>
                    <a:gd name="csX2" fmla="*/ 1645920 w 2647910"/>
                    <a:gd name="csY2" fmla="*/ 18984 h 2183064"/>
                    <a:gd name="csX3" fmla="*/ 920496 w 2647910"/>
                    <a:gd name="csY3" fmla="*/ 427416 h 2183064"/>
                    <a:gd name="csX4" fmla="*/ 335280 w 2647910"/>
                    <a:gd name="csY4" fmla="*/ 1299144 h 2183064"/>
                    <a:gd name="csX5" fmla="*/ 0 w 2647910"/>
                    <a:gd name="csY5" fmla="*/ 1969704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280416 w 2593046"/>
                    <a:gd name="csY4" fmla="*/ 1299144 h 2183064"/>
                    <a:gd name="csX5" fmla="*/ 0 w 2593046"/>
                    <a:gd name="csY5" fmla="*/ 1975800 h 2183064"/>
                    <a:gd name="csX0" fmla="*/ 2560320 w 2593046"/>
                    <a:gd name="csY0" fmla="*/ 2183064 h 2183064"/>
                    <a:gd name="csX1" fmla="*/ 2511552 w 2593046"/>
                    <a:gd name="csY1" fmla="*/ 293304 h 2183064"/>
                    <a:gd name="csX2" fmla="*/ 1591056 w 2593046"/>
                    <a:gd name="csY2" fmla="*/ 18984 h 2183064"/>
                    <a:gd name="csX3" fmla="*/ 865632 w 2593046"/>
                    <a:gd name="csY3" fmla="*/ 427416 h 2183064"/>
                    <a:gd name="csX4" fmla="*/ 451104 w 2593046"/>
                    <a:gd name="csY4" fmla="*/ 1024824 h 2183064"/>
                    <a:gd name="csX5" fmla="*/ 0 w 2593046"/>
                    <a:gd name="csY5" fmla="*/ 1975800 h 2183064"/>
                    <a:gd name="csX0" fmla="*/ 2560320 w 2593046"/>
                    <a:gd name="csY0" fmla="*/ 2172233 h 2172233"/>
                    <a:gd name="csX1" fmla="*/ 2511552 w 2593046"/>
                    <a:gd name="csY1" fmla="*/ 282473 h 2172233"/>
                    <a:gd name="csX2" fmla="*/ 1591056 w 2593046"/>
                    <a:gd name="csY2" fmla="*/ 8153 h 2172233"/>
                    <a:gd name="csX3" fmla="*/ 987552 w 2593046"/>
                    <a:gd name="csY3" fmla="*/ 270281 h 2172233"/>
                    <a:gd name="csX4" fmla="*/ 451104 w 2593046"/>
                    <a:gd name="csY4" fmla="*/ 1013993 h 2172233"/>
                    <a:gd name="csX5" fmla="*/ 0 w 2593046"/>
                    <a:gd name="csY5" fmla="*/ 1964969 h 2172233"/>
                    <a:gd name="csX0" fmla="*/ 2560320 w 2598377"/>
                    <a:gd name="csY0" fmla="*/ 2172233 h 2172233"/>
                    <a:gd name="csX1" fmla="*/ 2511552 w 2598377"/>
                    <a:gd name="csY1" fmla="*/ 282473 h 2172233"/>
                    <a:gd name="csX2" fmla="*/ 1591056 w 2598377"/>
                    <a:gd name="csY2" fmla="*/ 8153 h 2172233"/>
                    <a:gd name="csX3" fmla="*/ 987552 w 2598377"/>
                    <a:gd name="csY3" fmla="*/ 270281 h 2172233"/>
                    <a:gd name="csX4" fmla="*/ 451104 w 2598377"/>
                    <a:gd name="csY4" fmla="*/ 1013993 h 2172233"/>
                    <a:gd name="csX5" fmla="*/ 0 w 2598377"/>
                    <a:gd name="csY5" fmla="*/ 1964969 h 2172233"/>
                    <a:gd name="csX0" fmla="*/ 2621280 w 2631850"/>
                    <a:gd name="csY0" fmla="*/ 2153307 h 2153307"/>
                    <a:gd name="csX1" fmla="*/ 2511552 w 2631850"/>
                    <a:gd name="csY1" fmla="*/ 281835 h 2153307"/>
                    <a:gd name="csX2" fmla="*/ 1591056 w 2631850"/>
                    <a:gd name="csY2" fmla="*/ 7515 h 2153307"/>
                    <a:gd name="csX3" fmla="*/ 987552 w 2631850"/>
                    <a:gd name="csY3" fmla="*/ 269643 h 2153307"/>
                    <a:gd name="csX4" fmla="*/ 451104 w 2631850"/>
                    <a:gd name="csY4" fmla="*/ 1013355 h 2153307"/>
                    <a:gd name="csX5" fmla="*/ 0 w 2631850"/>
                    <a:gd name="csY5" fmla="*/ 1964331 h 2153307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3186"/>
                    <a:gd name="csY0" fmla="*/ 2168312 h 2168312"/>
                    <a:gd name="csX1" fmla="*/ 2511552 w 2623186"/>
                    <a:gd name="csY1" fmla="*/ 296840 h 2168312"/>
                    <a:gd name="csX2" fmla="*/ 1798320 w 2623186"/>
                    <a:gd name="csY2" fmla="*/ 4232 h 2168312"/>
                    <a:gd name="csX3" fmla="*/ 987552 w 2623186"/>
                    <a:gd name="csY3" fmla="*/ 284648 h 2168312"/>
                    <a:gd name="csX4" fmla="*/ 451104 w 2623186"/>
                    <a:gd name="csY4" fmla="*/ 1028360 h 2168312"/>
                    <a:gd name="csX5" fmla="*/ 0 w 2623186"/>
                    <a:gd name="csY5" fmla="*/ 1979336 h 2168312"/>
                    <a:gd name="csX0" fmla="*/ 2621280 w 2624350"/>
                    <a:gd name="csY0" fmla="*/ 2178819 h 2178819"/>
                    <a:gd name="csX1" fmla="*/ 2511552 w 2624350"/>
                    <a:gd name="csY1" fmla="*/ 307347 h 2178819"/>
                    <a:gd name="csX2" fmla="*/ 1761744 w 2624350"/>
                    <a:gd name="csY2" fmla="*/ 2547 h 2178819"/>
                    <a:gd name="csX3" fmla="*/ 987552 w 2624350"/>
                    <a:gd name="csY3" fmla="*/ 295155 h 2178819"/>
                    <a:gd name="csX4" fmla="*/ 451104 w 2624350"/>
                    <a:gd name="csY4" fmla="*/ 1038867 h 2178819"/>
                    <a:gd name="csX5" fmla="*/ 0 w 2624350"/>
                    <a:gd name="csY5" fmla="*/ 1989843 h 2178819"/>
                    <a:gd name="csX0" fmla="*/ 2621280 w 2625466"/>
                    <a:gd name="csY0" fmla="*/ 2201045 h 2201045"/>
                    <a:gd name="csX1" fmla="*/ 2511552 w 2625466"/>
                    <a:gd name="csY1" fmla="*/ 329573 h 2201045"/>
                    <a:gd name="csX2" fmla="*/ 1731264 w 2625466"/>
                    <a:gd name="csY2" fmla="*/ 389 h 2201045"/>
                    <a:gd name="csX3" fmla="*/ 987552 w 2625466"/>
                    <a:gd name="csY3" fmla="*/ 317381 h 2201045"/>
                    <a:gd name="csX4" fmla="*/ 451104 w 2625466"/>
                    <a:gd name="csY4" fmla="*/ 1061093 h 2201045"/>
                    <a:gd name="csX5" fmla="*/ 0 w 2625466"/>
                    <a:gd name="csY5" fmla="*/ 2012069 h 2201045"/>
                    <a:gd name="csX0" fmla="*/ 2621280 w 2625466"/>
                    <a:gd name="csY0" fmla="*/ 2202909 h 2202909"/>
                    <a:gd name="csX1" fmla="*/ 2511552 w 2625466"/>
                    <a:gd name="csY1" fmla="*/ 331437 h 2202909"/>
                    <a:gd name="csX2" fmla="*/ 1731264 w 2625466"/>
                    <a:gd name="csY2" fmla="*/ 2253 h 2202909"/>
                    <a:gd name="csX3" fmla="*/ 969264 w 2625466"/>
                    <a:gd name="csY3" fmla="*/ 233901 h 2202909"/>
                    <a:gd name="csX4" fmla="*/ 451104 w 2625466"/>
                    <a:gd name="csY4" fmla="*/ 1062957 h 2202909"/>
                    <a:gd name="csX5" fmla="*/ 0 w 2625466"/>
                    <a:gd name="csY5" fmla="*/ 2013933 h 2202909"/>
                    <a:gd name="csX0" fmla="*/ 2621280 w 2625466"/>
                    <a:gd name="csY0" fmla="*/ 2200748 h 2200748"/>
                    <a:gd name="csX1" fmla="*/ 2511552 w 2625466"/>
                    <a:gd name="csY1" fmla="*/ 329276 h 2200748"/>
                    <a:gd name="csX2" fmla="*/ 1731264 w 2625466"/>
                    <a:gd name="csY2" fmla="*/ 92 h 2200748"/>
                    <a:gd name="csX3" fmla="*/ 987552 w 2625466"/>
                    <a:gd name="csY3" fmla="*/ 304892 h 2200748"/>
                    <a:gd name="csX4" fmla="*/ 451104 w 2625466"/>
                    <a:gd name="csY4" fmla="*/ 1060796 h 2200748"/>
                    <a:gd name="csX5" fmla="*/ 0 w 2625466"/>
                    <a:gd name="csY5" fmla="*/ 2011772 h 2200748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62518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51104 w 2625466"/>
                    <a:gd name="csY4" fmla="*/ 1038134 h 2202470"/>
                    <a:gd name="csX5" fmla="*/ 0 w 2625466"/>
                    <a:gd name="csY5" fmla="*/ 2013494 h 2202470"/>
                    <a:gd name="csX0" fmla="*/ 2621280 w 2625466"/>
                    <a:gd name="csY0" fmla="*/ 2202470 h 2202470"/>
                    <a:gd name="csX1" fmla="*/ 2511552 w 2625466"/>
                    <a:gd name="csY1" fmla="*/ 330998 h 2202470"/>
                    <a:gd name="csX2" fmla="*/ 1731264 w 2625466"/>
                    <a:gd name="csY2" fmla="*/ 1814 h 2202470"/>
                    <a:gd name="csX3" fmla="*/ 1018032 w 2625466"/>
                    <a:gd name="csY3" fmla="*/ 343190 h 2202470"/>
                    <a:gd name="csX4" fmla="*/ 463296 w 2625466"/>
                    <a:gd name="csY4" fmla="*/ 1007654 h 2202470"/>
                    <a:gd name="csX5" fmla="*/ 0 w 2625466"/>
                    <a:gd name="csY5" fmla="*/ 2013494 h 2202470"/>
                    <a:gd name="csX0" fmla="*/ 2621280 w 2625466"/>
                    <a:gd name="csY0" fmla="*/ 2201162 h 2201162"/>
                    <a:gd name="csX1" fmla="*/ 2511552 w 2625466"/>
                    <a:gd name="csY1" fmla="*/ 329690 h 2201162"/>
                    <a:gd name="csX2" fmla="*/ 1731264 w 2625466"/>
                    <a:gd name="csY2" fmla="*/ 506 h 2201162"/>
                    <a:gd name="csX3" fmla="*/ 1005840 w 2625466"/>
                    <a:gd name="csY3" fmla="*/ 274826 h 2201162"/>
                    <a:gd name="csX4" fmla="*/ 463296 w 2625466"/>
                    <a:gd name="csY4" fmla="*/ 1006346 h 2201162"/>
                    <a:gd name="csX5" fmla="*/ 0 w 2625466"/>
                    <a:gd name="csY5" fmla="*/ 2012186 h 2201162"/>
                    <a:gd name="csX0" fmla="*/ 2674743 w 2678929"/>
                    <a:gd name="csY0" fmla="*/ 2201162 h 2201162"/>
                    <a:gd name="csX1" fmla="*/ 2565015 w 2678929"/>
                    <a:gd name="csY1" fmla="*/ 329690 h 2201162"/>
                    <a:gd name="csX2" fmla="*/ 1784727 w 2678929"/>
                    <a:gd name="csY2" fmla="*/ 506 h 2201162"/>
                    <a:gd name="csX3" fmla="*/ 1059303 w 2678929"/>
                    <a:gd name="csY3" fmla="*/ 274826 h 2201162"/>
                    <a:gd name="csX4" fmla="*/ 516759 w 2678929"/>
                    <a:gd name="csY4" fmla="*/ 1006346 h 2201162"/>
                    <a:gd name="csX5" fmla="*/ 0 w 2678929"/>
                    <a:gd name="csY5" fmla="*/ 2018126 h 2201162"/>
                    <a:gd name="csX0" fmla="*/ 2699247 w 2703433"/>
                    <a:gd name="csY0" fmla="*/ 2201162 h 2201162"/>
                    <a:gd name="csX1" fmla="*/ 2589519 w 2703433"/>
                    <a:gd name="csY1" fmla="*/ 329690 h 2201162"/>
                    <a:gd name="csX2" fmla="*/ 1809231 w 2703433"/>
                    <a:gd name="csY2" fmla="*/ 506 h 2201162"/>
                    <a:gd name="csX3" fmla="*/ 1083807 w 2703433"/>
                    <a:gd name="csY3" fmla="*/ 274826 h 2201162"/>
                    <a:gd name="csX4" fmla="*/ 541263 w 2703433"/>
                    <a:gd name="csY4" fmla="*/ 1006346 h 2201162"/>
                    <a:gd name="csX5" fmla="*/ 0 w 2703433"/>
                    <a:gd name="csY5" fmla="*/ 2027037 h 2201162"/>
                    <a:gd name="csX0" fmla="*/ 2699247 w 2701654"/>
                    <a:gd name="csY0" fmla="*/ 2287112 h 2287112"/>
                    <a:gd name="csX1" fmla="*/ 2589519 w 2701654"/>
                    <a:gd name="csY1" fmla="*/ 415640 h 2287112"/>
                    <a:gd name="csX2" fmla="*/ 1859724 w 2701654"/>
                    <a:gd name="csY2" fmla="*/ 322 h 2287112"/>
                    <a:gd name="csX3" fmla="*/ 1083807 w 2701654"/>
                    <a:gd name="csY3" fmla="*/ 360776 h 2287112"/>
                    <a:gd name="csX4" fmla="*/ 541263 w 2701654"/>
                    <a:gd name="csY4" fmla="*/ 1092296 h 2287112"/>
                    <a:gd name="csX5" fmla="*/ 0 w 2701654"/>
                    <a:gd name="csY5" fmla="*/ 2112987 h 2287112"/>
                    <a:gd name="csX0" fmla="*/ 2699247 w 2699247"/>
                    <a:gd name="csY0" fmla="*/ 2287256 h 2287256"/>
                    <a:gd name="csX1" fmla="*/ 2559818 w 2699247"/>
                    <a:gd name="csY1" fmla="*/ 427664 h 2287256"/>
                    <a:gd name="csX2" fmla="*/ 1859724 w 2699247"/>
                    <a:gd name="csY2" fmla="*/ 466 h 2287256"/>
                    <a:gd name="csX3" fmla="*/ 1083807 w 2699247"/>
                    <a:gd name="csY3" fmla="*/ 360920 h 2287256"/>
                    <a:gd name="csX4" fmla="*/ 541263 w 2699247"/>
                    <a:gd name="csY4" fmla="*/ 1092440 h 2287256"/>
                    <a:gd name="csX5" fmla="*/ 0 w 2699247"/>
                    <a:gd name="csY5" fmla="*/ 2113131 h 2287256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31 h 2287131"/>
                    <a:gd name="csX1" fmla="*/ 2559818 w 2699247"/>
                    <a:gd name="csY1" fmla="*/ 427539 h 2287131"/>
                    <a:gd name="csX2" fmla="*/ 1859724 w 2699247"/>
                    <a:gd name="csY2" fmla="*/ 341 h 2287131"/>
                    <a:gd name="csX3" fmla="*/ 1098658 w 2699247"/>
                    <a:gd name="csY3" fmla="*/ 369705 h 2287131"/>
                    <a:gd name="csX4" fmla="*/ 541263 w 2699247"/>
                    <a:gd name="csY4" fmla="*/ 1092315 h 2287131"/>
                    <a:gd name="csX5" fmla="*/ 0 w 2699247"/>
                    <a:gd name="csY5" fmla="*/ 2113006 h 2287131"/>
                    <a:gd name="csX0" fmla="*/ 2699247 w 2699247"/>
                    <a:gd name="csY0" fmla="*/ 2287108 h 2287108"/>
                    <a:gd name="csX1" fmla="*/ 2559818 w 2699247"/>
                    <a:gd name="csY1" fmla="*/ 427516 h 2287108"/>
                    <a:gd name="csX2" fmla="*/ 1859724 w 2699247"/>
                    <a:gd name="csY2" fmla="*/ 318 h 2287108"/>
                    <a:gd name="csX3" fmla="*/ 1098658 w 2699247"/>
                    <a:gd name="csY3" fmla="*/ 369682 h 2287108"/>
                    <a:gd name="csX4" fmla="*/ 567994 w 2699247"/>
                    <a:gd name="csY4" fmla="*/ 1003188 h 2287108"/>
                    <a:gd name="csX5" fmla="*/ 0 w 2699247"/>
                    <a:gd name="csY5" fmla="*/ 2112983 h 2287108"/>
                    <a:gd name="csX0" fmla="*/ 2699247 w 2699247"/>
                    <a:gd name="csY0" fmla="*/ 2288780 h 2288780"/>
                    <a:gd name="csX1" fmla="*/ 2559818 w 2699247"/>
                    <a:gd name="csY1" fmla="*/ 429188 h 2288780"/>
                    <a:gd name="csX2" fmla="*/ 1859724 w 2699247"/>
                    <a:gd name="csY2" fmla="*/ 1990 h 2288780"/>
                    <a:gd name="csX3" fmla="*/ 1098658 w 2699247"/>
                    <a:gd name="csY3" fmla="*/ 371354 h 2288780"/>
                    <a:gd name="csX4" fmla="*/ 567994 w 2699247"/>
                    <a:gd name="csY4" fmla="*/ 1004860 h 2288780"/>
                    <a:gd name="csX5" fmla="*/ 0 w 2699247"/>
                    <a:gd name="csY5" fmla="*/ 2114655 h 2288780"/>
                    <a:gd name="csX0" fmla="*/ 2699247 w 2699541"/>
                    <a:gd name="csY0" fmla="*/ 2265527 h 2265527"/>
                    <a:gd name="csX1" fmla="*/ 2559818 w 2699541"/>
                    <a:gd name="csY1" fmla="*/ 405935 h 2265527"/>
                    <a:gd name="csX2" fmla="*/ 1758739 w 2699541"/>
                    <a:gd name="csY2" fmla="*/ 2498 h 2265527"/>
                    <a:gd name="csX3" fmla="*/ 1098658 w 2699541"/>
                    <a:gd name="csY3" fmla="*/ 348101 h 2265527"/>
                    <a:gd name="csX4" fmla="*/ 567994 w 2699541"/>
                    <a:gd name="csY4" fmla="*/ 981607 h 2265527"/>
                    <a:gd name="csX5" fmla="*/ 0 w 2699541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14531 w 2646077"/>
                    <a:gd name="csY4" fmla="*/ 981607 h 2265527"/>
                    <a:gd name="csX5" fmla="*/ 0 w 2646077"/>
                    <a:gd name="csY5" fmla="*/ 2091402 h 2265527"/>
                    <a:gd name="csX0" fmla="*/ 2645784 w 2646077"/>
                    <a:gd name="csY0" fmla="*/ 2265527 h 2265527"/>
                    <a:gd name="csX1" fmla="*/ 2506355 w 2646077"/>
                    <a:gd name="csY1" fmla="*/ 405935 h 2265527"/>
                    <a:gd name="csX2" fmla="*/ 1705276 w 2646077"/>
                    <a:gd name="csY2" fmla="*/ 2498 h 2265527"/>
                    <a:gd name="csX3" fmla="*/ 1045195 w 2646077"/>
                    <a:gd name="csY3" fmla="*/ 348101 h 2265527"/>
                    <a:gd name="csX4" fmla="*/ 556113 w 2646077"/>
                    <a:gd name="csY4" fmla="*/ 987547 h 2265527"/>
                    <a:gd name="csX5" fmla="*/ 0 w 2646077"/>
                    <a:gd name="csY5" fmla="*/ 2091402 h 2265527"/>
                    <a:gd name="csX0" fmla="*/ 2645784 w 2645785"/>
                    <a:gd name="csY0" fmla="*/ 2705405 h 2705405"/>
                    <a:gd name="csX1" fmla="*/ 2506355 w 2645785"/>
                    <a:gd name="csY1" fmla="*/ 845813 h 2705405"/>
                    <a:gd name="csX2" fmla="*/ 1941002 w 2645785"/>
                    <a:gd name="csY2" fmla="*/ 389 h 2705405"/>
                    <a:gd name="csX3" fmla="*/ 1045195 w 2645785"/>
                    <a:gd name="csY3" fmla="*/ 787979 h 2705405"/>
                    <a:gd name="csX4" fmla="*/ 556113 w 2645785"/>
                    <a:gd name="csY4" fmla="*/ 1427425 h 2705405"/>
                    <a:gd name="csX5" fmla="*/ 0 w 2645785"/>
                    <a:gd name="csY5" fmla="*/ 2531280 h 2705405"/>
                    <a:gd name="csX0" fmla="*/ 2645784 w 2645783"/>
                    <a:gd name="csY0" fmla="*/ 2708853 h 2708853"/>
                    <a:gd name="csX1" fmla="*/ 2506355 w 2645783"/>
                    <a:gd name="csY1" fmla="*/ 849261 h 2708853"/>
                    <a:gd name="csX2" fmla="*/ 1941002 w 2645783"/>
                    <a:gd name="csY2" fmla="*/ 3837 h 2708853"/>
                    <a:gd name="csX3" fmla="*/ 1045196 w 2645783"/>
                    <a:gd name="csY3" fmla="*/ 573381 h 2708853"/>
                    <a:gd name="csX4" fmla="*/ 556113 w 2645783"/>
                    <a:gd name="csY4" fmla="*/ 1430873 h 2708853"/>
                    <a:gd name="csX5" fmla="*/ 0 w 2645783"/>
                    <a:gd name="csY5" fmla="*/ 2534728 h 2708853"/>
                    <a:gd name="csX0" fmla="*/ 2645784 w 2645785"/>
                    <a:gd name="csY0" fmla="*/ 2708853 h 2708853"/>
                    <a:gd name="csX1" fmla="*/ 2506355 w 2645785"/>
                    <a:gd name="csY1" fmla="*/ 849261 h 2708853"/>
                    <a:gd name="csX2" fmla="*/ 1941002 w 2645785"/>
                    <a:gd name="csY2" fmla="*/ 3837 h 2708853"/>
                    <a:gd name="csX3" fmla="*/ 1045196 w 2645785"/>
                    <a:gd name="csY3" fmla="*/ 573381 h 2708853"/>
                    <a:gd name="csX4" fmla="*/ 373425 w 2645785"/>
                    <a:gd name="csY4" fmla="*/ 1430874 h 2708853"/>
                    <a:gd name="csX5" fmla="*/ 0 w 2645785"/>
                    <a:gd name="csY5" fmla="*/ 2534728 h 2708853"/>
                    <a:gd name="csX0" fmla="*/ 2645784 w 2645783"/>
                    <a:gd name="csY0" fmla="*/ 2705067 h 2705067"/>
                    <a:gd name="csX1" fmla="*/ 2506355 w 2645783"/>
                    <a:gd name="csY1" fmla="*/ 845475 h 2705067"/>
                    <a:gd name="csX2" fmla="*/ 1941002 w 2645783"/>
                    <a:gd name="csY2" fmla="*/ 51 h 2705067"/>
                    <a:gd name="csX3" fmla="*/ 1045196 w 2645783"/>
                    <a:gd name="csY3" fmla="*/ 569595 h 2705067"/>
                    <a:gd name="csX4" fmla="*/ 373425 w 2645783"/>
                    <a:gd name="csY4" fmla="*/ 1427088 h 2705067"/>
                    <a:gd name="csX5" fmla="*/ 0 w 2645783"/>
                    <a:gd name="csY5" fmla="*/ 2530942 h 2705067"/>
                    <a:gd name="csX0" fmla="*/ 2645784 w 2645785"/>
                    <a:gd name="csY0" fmla="*/ 2706029 h 2706029"/>
                    <a:gd name="csX1" fmla="*/ 2506355 w 2645785"/>
                    <a:gd name="csY1" fmla="*/ 846437 h 2706029"/>
                    <a:gd name="csX2" fmla="*/ 1941002 w 2645785"/>
                    <a:gd name="csY2" fmla="*/ 1013 h 2706029"/>
                    <a:gd name="csX3" fmla="*/ 1045196 w 2645785"/>
                    <a:gd name="csY3" fmla="*/ 570557 h 2706029"/>
                    <a:gd name="csX4" fmla="*/ 373425 w 2645785"/>
                    <a:gd name="csY4" fmla="*/ 1428050 h 2706029"/>
                    <a:gd name="csX5" fmla="*/ 0 w 2645785"/>
                    <a:gd name="csY5" fmla="*/ 2531904 h 2706029"/>
                    <a:gd name="csX0" fmla="*/ 2645784 w 2649166"/>
                    <a:gd name="csY0" fmla="*/ 2707000 h 2707000"/>
                    <a:gd name="csX1" fmla="*/ 2559394 w 2649166"/>
                    <a:gd name="csY1" fmla="*/ 487925 h 2707000"/>
                    <a:gd name="csX2" fmla="*/ 1941002 w 2649166"/>
                    <a:gd name="csY2" fmla="*/ 1984 h 2707000"/>
                    <a:gd name="csX3" fmla="*/ 1045196 w 2649166"/>
                    <a:gd name="csY3" fmla="*/ 571528 h 2707000"/>
                    <a:gd name="csX4" fmla="*/ 373425 w 2649166"/>
                    <a:gd name="csY4" fmla="*/ 1429021 h 2707000"/>
                    <a:gd name="csX5" fmla="*/ 0 w 2649166"/>
                    <a:gd name="csY5" fmla="*/ 2532875 h 2707000"/>
                    <a:gd name="csX0" fmla="*/ 2645784 w 2649166"/>
                    <a:gd name="csY0" fmla="*/ 2710918 h 2710918"/>
                    <a:gd name="csX1" fmla="*/ 2559394 w 2649166"/>
                    <a:gd name="csY1" fmla="*/ 491843 h 2710918"/>
                    <a:gd name="csX2" fmla="*/ 1941002 w 2649166"/>
                    <a:gd name="csY2" fmla="*/ 5902 h 2710918"/>
                    <a:gd name="csX3" fmla="*/ 1168952 w 2649166"/>
                    <a:gd name="csY3" fmla="*/ 304361 h 2710918"/>
                    <a:gd name="csX4" fmla="*/ 373425 w 2649166"/>
                    <a:gd name="csY4" fmla="*/ 1432939 h 2710918"/>
                    <a:gd name="csX5" fmla="*/ 0 w 2649166"/>
                    <a:gd name="csY5" fmla="*/ 2536793 h 2710918"/>
                    <a:gd name="csX0" fmla="*/ 2645784 w 2649166"/>
                    <a:gd name="csY0" fmla="*/ 2709274 h 2709274"/>
                    <a:gd name="csX1" fmla="*/ 2559394 w 2649166"/>
                    <a:gd name="csY1" fmla="*/ 490199 h 2709274"/>
                    <a:gd name="csX2" fmla="*/ 1941002 w 2649166"/>
                    <a:gd name="csY2" fmla="*/ 4258 h 2709274"/>
                    <a:gd name="csX3" fmla="*/ 1168952 w 2649166"/>
                    <a:gd name="csY3" fmla="*/ 302717 h 2709274"/>
                    <a:gd name="csX4" fmla="*/ 373425 w 2649166"/>
                    <a:gd name="csY4" fmla="*/ 1431295 h 2709274"/>
                    <a:gd name="csX5" fmla="*/ 0 w 2649166"/>
                    <a:gd name="csY5" fmla="*/ 2535149 h 2709274"/>
                    <a:gd name="csX0" fmla="*/ 2645784 w 2649166"/>
                    <a:gd name="csY0" fmla="*/ 2707999 h 2707999"/>
                    <a:gd name="csX1" fmla="*/ 2559394 w 2649166"/>
                    <a:gd name="csY1" fmla="*/ 488924 h 2707999"/>
                    <a:gd name="csX2" fmla="*/ 1941002 w 2649166"/>
                    <a:gd name="csY2" fmla="*/ 2983 h 2707999"/>
                    <a:gd name="csX3" fmla="*/ 1204311 w 2649166"/>
                    <a:gd name="csY3" fmla="*/ 325014 h 2707999"/>
                    <a:gd name="csX4" fmla="*/ 373425 w 2649166"/>
                    <a:gd name="csY4" fmla="*/ 1430020 h 2707999"/>
                    <a:gd name="csX5" fmla="*/ 0 w 2649166"/>
                    <a:gd name="csY5" fmla="*/ 2533874 h 2707999"/>
                    <a:gd name="csX0" fmla="*/ 2645784 w 2649166"/>
                    <a:gd name="csY0" fmla="*/ 2706642 h 2706642"/>
                    <a:gd name="csX1" fmla="*/ 2559394 w 2649166"/>
                    <a:gd name="csY1" fmla="*/ 487567 h 2706642"/>
                    <a:gd name="csX2" fmla="*/ 1941002 w 2649166"/>
                    <a:gd name="csY2" fmla="*/ 1626 h 2706642"/>
                    <a:gd name="csX3" fmla="*/ 1239670 w 2649166"/>
                    <a:gd name="csY3" fmla="*/ 359016 h 2706642"/>
                    <a:gd name="csX4" fmla="*/ 373425 w 2649166"/>
                    <a:gd name="csY4" fmla="*/ 1428663 h 2706642"/>
                    <a:gd name="csX5" fmla="*/ 0 w 2649166"/>
                    <a:gd name="csY5" fmla="*/ 2532517 h 2706642"/>
                    <a:gd name="csX0" fmla="*/ 2645784 w 2649166"/>
                    <a:gd name="csY0" fmla="*/ 2707027 h 2707027"/>
                    <a:gd name="csX1" fmla="*/ 2559394 w 2649166"/>
                    <a:gd name="csY1" fmla="*/ 487952 h 2707027"/>
                    <a:gd name="csX2" fmla="*/ 1941002 w 2649166"/>
                    <a:gd name="csY2" fmla="*/ 2011 h 2707027"/>
                    <a:gd name="csX3" fmla="*/ 1239670 w 2649166"/>
                    <a:gd name="csY3" fmla="*/ 359401 h 2707027"/>
                    <a:gd name="csX4" fmla="*/ 503075 w 2649166"/>
                    <a:gd name="csY4" fmla="*/ 1364223 h 2707027"/>
                    <a:gd name="csX5" fmla="*/ 0 w 2649166"/>
                    <a:gd name="csY5" fmla="*/ 2532902 h 2707027"/>
                    <a:gd name="csX0" fmla="*/ 2645784 w 2649166"/>
                    <a:gd name="csY0" fmla="*/ 2706954 h 2706954"/>
                    <a:gd name="csX1" fmla="*/ 2559394 w 2649166"/>
                    <a:gd name="csY1" fmla="*/ 487879 h 2706954"/>
                    <a:gd name="csX2" fmla="*/ 1941002 w 2649166"/>
                    <a:gd name="csY2" fmla="*/ 1938 h 2706954"/>
                    <a:gd name="csX3" fmla="*/ 1239670 w 2649166"/>
                    <a:gd name="csY3" fmla="*/ 359328 h 2706954"/>
                    <a:gd name="csX4" fmla="*/ 491288 w 2649166"/>
                    <a:gd name="csY4" fmla="*/ 1322898 h 2706954"/>
                    <a:gd name="csX5" fmla="*/ 0 w 2649166"/>
                    <a:gd name="csY5" fmla="*/ 2532829 h 2706954"/>
                    <a:gd name="csX0" fmla="*/ 2645784 w 2649166"/>
                    <a:gd name="csY0" fmla="*/ 2751771 h 2751771"/>
                    <a:gd name="csX1" fmla="*/ 2559394 w 2649166"/>
                    <a:gd name="csY1" fmla="*/ 532696 h 2751771"/>
                    <a:gd name="csX2" fmla="*/ 1941002 w 2649166"/>
                    <a:gd name="csY2" fmla="*/ 46755 h 2751771"/>
                    <a:gd name="csX3" fmla="*/ 491288 w 2649166"/>
                    <a:gd name="csY3" fmla="*/ 1367715 h 2751771"/>
                    <a:gd name="csX4" fmla="*/ 0 w 2649166"/>
                    <a:gd name="csY4" fmla="*/ 2577646 h 2751771"/>
                    <a:gd name="csX0" fmla="*/ 2645784 w 2649166"/>
                    <a:gd name="csY0" fmla="*/ 2719666 h 2719666"/>
                    <a:gd name="csX1" fmla="*/ 2559394 w 2649166"/>
                    <a:gd name="csY1" fmla="*/ 500591 h 2719666"/>
                    <a:gd name="csX2" fmla="*/ 1941002 w 2649166"/>
                    <a:gd name="csY2" fmla="*/ 14650 h 2719666"/>
                    <a:gd name="csX3" fmla="*/ 850771 w 2649166"/>
                    <a:gd name="csY3" fmla="*/ 834693 h 2719666"/>
                    <a:gd name="csX4" fmla="*/ 0 w 2649166"/>
                    <a:gd name="csY4" fmla="*/ 2545541 h 2719666"/>
                    <a:gd name="csX0" fmla="*/ 2645784 w 2649166"/>
                    <a:gd name="csY0" fmla="*/ 2708549 h 2708549"/>
                    <a:gd name="csX1" fmla="*/ 2559394 w 2649166"/>
                    <a:gd name="csY1" fmla="*/ 489474 h 2708549"/>
                    <a:gd name="csX2" fmla="*/ 1941002 w 2649166"/>
                    <a:gd name="csY2" fmla="*/ 3533 h 2708549"/>
                    <a:gd name="csX3" fmla="*/ 850771 w 2649166"/>
                    <a:gd name="csY3" fmla="*/ 823576 h 2708549"/>
                    <a:gd name="csX4" fmla="*/ 0 w 2649166"/>
                    <a:gd name="csY4" fmla="*/ 2534424 h 2708549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6411 h 2726411"/>
                    <a:gd name="csX1" fmla="*/ 2559394 w 2649166"/>
                    <a:gd name="csY1" fmla="*/ 507336 h 2726411"/>
                    <a:gd name="csX2" fmla="*/ 1941002 w 2649166"/>
                    <a:gd name="csY2" fmla="*/ 21395 h 2726411"/>
                    <a:gd name="csX3" fmla="*/ 803626 w 2649166"/>
                    <a:gd name="csY3" fmla="*/ 953408 h 2726411"/>
                    <a:gd name="csX4" fmla="*/ 0 w 2649166"/>
                    <a:gd name="csY4" fmla="*/ 2552286 h 2726411"/>
                    <a:gd name="csX0" fmla="*/ 2645784 w 2649166"/>
                    <a:gd name="csY0" fmla="*/ 2721055 h 2721055"/>
                    <a:gd name="csX1" fmla="*/ 2559394 w 2649166"/>
                    <a:gd name="csY1" fmla="*/ 501980 h 2721055"/>
                    <a:gd name="csX2" fmla="*/ 1941002 w 2649166"/>
                    <a:gd name="csY2" fmla="*/ 16039 h 2721055"/>
                    <a:gd name="csX3" fmla="*/ 815412 w 2649166"/>
                    <a:gd name="csY3" fmla="*/ 859655 h 2721055"/>
                    <a:gd name="csX4" fmla="*/ 0 w 2649166"/>
                    <a:gd name="csY4" fmla="*/ 2546930 h 2721055"/>
                    <a:gd name="csX0" fmla="*/ 2645784 w 2649166"/>
                    <a:gd name="csY0" fmla="*/ 2721053 h 2721053"/>
                    <a:gd name="csX1" fmla="*/ 2559394 w 2649166"/>
                    <a:gd name="csY1" fmla="*/ 501978 h 2721053"/>
                    <a:gd name="csX2" fmla="*/ 1941002 w 2649166"/>
                    <a:gd name="csY2" fmla="*/ 16037 h 2721053"/>
                    <a:gd name="csX3" fmla="*/ 815412 w 2649166"/>
                    <a:gd name="csY3" fmla="*/ 859653 h 2721053"/>
                    <a:gd name="csX4" fmla="*/ 0 w 2649166"/>
                    <a:gd name="csY4" fmla="*/ 2546928 h 2721053"/>
                    <a:gd name="csX0" fmla="*/ 2645784 w 2649166"/>
                    <a:gd name="csY0" fmla="*/ 2709604 h 2709604"/>
                    <a:gd name="csX1" fmla="*/ 2559394 w 2649166"/>
                    <a:gd name="csY1" fmla="*/ 490529 h 2709604"/>
                    <a:gd name="csX2" fmla="*/ 1941002 w 2649166"/>
                    <a:gd name="csY2" fmla="*/ 4588 h 2709604"/>
                    <a:gd name="csX3" fmla="*/ 815412 w 2649166"/>
                    <a:gd name="csY3" fmla="*/ 848204 h 2709604"/>
                    <a:gd name="csX4" fmla="*/ 0 w 2649166"/>
                    <a:gd name="csY4" fmla="*/ 2535479 h 2709604"/>
                    <a:gd name="csX0" fmla="*/ 2645784 w 2658184"/>
                    <a:gd name="csY0" fmla="*/ 2717359 h 2717359"/>
                    <a:gd name="csX1" fmla="*/ 2582966 w 2658184"/>
                    <a:gd name="csY1" fmla="*/ 527750 h 2717359"/>
                    <a:gd name="csX2" fmla="*/ 1941002 w 2658184"/>
                    <a:gd name="csY2" fmla="*/ 12343 h 2717359"/>
                    <a:gd name="csX3" fmla="*/ 815412 w 2658184"/>
                    <a:gd name="csY3" fmla="*/ 855959 h 2717359"/>
                    <a:gd name="csX4" fmla="*/ 0 w 2658184"/>
                    <a:gd name="csY4" fmla="*/ 2543234 h 2717359"/>
                    <a:gd name="csX0" fmla="*/ 2645784 w 2647910"/>
                    <a:gd name="csY0" fmla="*/ 2711826 h 2711826"/>
                    <a:gd name="csX1" fmla="*/ 2582966 w 2647910"/>
                    <a:gd name="csY1" fmla="*/ 522217 h 2711826"/>
                    <a:gd name="csX2" fmla="*/ 1941002 w 2647910"/>
                    <a:gd name="csY2" fmla="*/ 6810 h 2711826"/>
                    <a:gd name="csX3" fmla="*/ 815412 w 2647910"/>
                    <a:gd name="csY3" fmla="*/ 850426 h 2711826"/>
                    <a:gd name="csX4" fmla="*/ 0 w 2647910"/>
                    <a:gd name="csY4" fmla="*/ 2537701 h 2711826"/>
                    <a:gd name="csX0" fmla="*/ 2645784 w 2657124"/>
                    <a:gd name="csY0" fmla="*/ 2717360 h 2717360"/>
                    <a:gd name="csX1" fmla="*/ 2582966 w 2657124"/>
                    <a:gd name="csY1" fmla="*/ 527751 h 2717360"/>
                    <a:gd name="csX2" fmla="*/ 1958681 w 2657124"/>
                    <a:gd name="csY2" fmla="*/ 12344 h 2717360"/>
                    <a:gd name="csX3" fmla="*/ 815412 w 2657124"/>
                    <a:gd name="csY3" fmla="*/ 855960 h 2717360"/>
                    <a:gd name="csX4" fmla="*/ 0 w 2657124"/>
                    <a:gd name="csY4" fmla="*/ 2543235 h 2717360"/>
                    <a:gd name="csX0" fmla="*/ 2401218 w 2412558"/>
                    <a:gd name="csY0" fmla="*/ 2717360 h 2717360"/>
                    <a:gd name="csX1" fmla="*/ 2338400 w 2412558"/>
                    <a:gd name="csY1" fmla="*/ 527751 h 2717360"/>
                    <a:gd name="csX2" fmla="*/ 1714115 w 2412558"/>
                    <a:gd name="csY2" fmla="*/ 12344 h 2717360"/>
                    <a:gd name="csX3" fmla="*/ 570846 w 2412558"/>
                    <a:gd name="csY3" fmla="*/ 855960 h 2717360"/>
                    <a:gd name="csX4" fmla="*/ 0 w 2412558"/>
                    <a:gd name="csY4" fmla="*/ 2496090 h 2717360"/>
                    <a:gd name="csX0" fmla="*/ 2401218 w 2412558"/>
                    <a:gd name="csY0" fmla="*/ 2718958 h 2718958"/>
                    <a:gd name="csX1" fmla="*/ 2338400 w 2412558"/>
                    <a:gd name="csY1" fmla="*/ 529349 h 2718958"/>
                    <a:gd name="csX2" fmla="*/ 1714115 w 2412558"/>
                    <a:gd name="csY2" fmla="*/ 13942 h 2718958"/>
                    <a:gd name="csX3" fmla="*/ 585579 w 2412558"/>
                    <a:gd name="csY3" fmla="*/ 887024 h 2718958"/>
                    <a:gd name="csX4" fmla="*/ 0 w 2412558"/>
                    <a:gd name="csY4" fmla="*/ 2497688 h 2718958"/>
                    <a:gd name="csX0" fmla="*/ 2401218 w 2412558"/>
                    <a:gd name="csY0" fmla="*/ 2710011 h 2710011"/>
                    <a:gd name="csX1" fmla="*/ 2338400 w 2412558"/>
                    <a:gd name="csY1" fmla="*/ 520402 h 2710011"/>
                    <a:gd name="csX2" fmla="*/ 1714115 w 2412558"/>
                    <a:gd name="csY2" fmla="*/ 4995 h 2710011"/>
                    <a:gd name="csX3" fmla="*/ 611897 w 2412558"/>
                    <a:gd name="csY3" fmla="*/ 698673 h 2710011"/>
                    <a:gd name="csX4" fmla="*/ 0 w 2412558"/>
                    <a:gd name="csY4" fmla="*/ 2488741 h 2710011"/>
                    <a:gd name="csX0" fmla="*/ 2401218 w 2411526"/>
                    <a:gd name="csY0" fmla="*/ 2684273 h 2684273"/>
                    <a:gd name="csX1" fmla="*/ 2338400 w 2411526"/>
                    <a:gd name="csY1" fmla="*/ 494664 h 2684273"/>
                    <a:gd name="csX2" fmla="*/ 1731661 w 2411526"/>
                    <a:gd name="csY2" fmla="*/ 5835 h 2684273"/>
                    <a:gd name="csX3" fmla="*/ 611897 w 2411526"/>
                    <a:gd name="csY3" fmla="*/ 672935 h 2684273"/>
                    <a:gd name="csX4" fmla="*/ 0 w 2411526"/>
                    <a:gd name="csY4" fmla="*/ 2463003 h 2684273"/>
                    <a:gd name="csX0" fmla="*/ 2418764 w 2429072"/>
                    <a:gd name="csY0" fmla="*/ 2684273 h 2684273"/>
                    <a:gd name="csX1" fmla="*/ 2355946 w 2429072"/>
                    <a:gd name="csY1" fmla="*/ 494664 h 2684273"/>
                    <a:gd name="csX2" fmla="*/ 1749207 w 2429072"/>
                    <a:gd name="csY2" fmla="*/ 5835 h 2684273"/>
                    <a:gd name="csX3" fmla="*/ 629443 w 2429072"/>
                    <a:gd name="csY3" fmla="*/ 672935 h 2684273"/>
                    <a:gd name="csX4" fmla="*/ 0 w 2429072"/>
                    <a:gd name="csY4" fmla="*/ 2416492 h 2684273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700300 h 2700300"/>
                    <a:gd name="csX1" fmla="*/ 2355946 w 2429072"/>
                    <a:gd name="csY1" fmla="*/ 510691 h 2700300"/>
                    <a:gd name="csX2" fmla="*/ 1749207 w 2429072"/>
                    <a:gd name="csY2" fmla="*/ 21862 h 2700300"/>
                    <a:gd name="csX3" fmla="*/ 629443 w 2429072"/>
                    <a:gd name="csY3" fmla="*/ 974679 h 2700300"/>
                    <a:gd name="csX4" fmla="*/ 0 w 2429072"/>
                    <a:gd name="csY4" fmla="*/ 2432519 h 2700300"/>
                    <a:gd name="csX0" fmla="*/ 2418764 w 2429072"/>
                    <a:gd name="csY0" fmla="*/ 2697471 h 2697471"/>
                    <a:gd name="csX1" fmla="*/ 2355946 w 2429072"/>
                    <a:gd name="csY1" fmla="*/ 507862 h 2697471"/>
                    <a:gd name="csX2" fmla="*/ 1749207 w 2429072"/>
                    <a:gd name="csY2" fmla="*/ 19033 h 2697471"/>
                    <a:gd name="csX3" fmla="*/ 576806 w 2429072"/>
                    <a:gd name="csY3" fmla="*/ 925338 h 2697471"/>
                    <a:gd name="csX4" fmla="*/ 0 w 2429072"/>
                    <a:gd name="csY4" fmla="*/ 2429690 h 2697471"/>
                    <a:gd name="csX0" fmla="*/ 2418764 w 2446489"/>
                    <a:gd name="csY0" fmla="*/ 2648810 h 2648810"/>
                    <a:gd name="csX1" fmla="*/ 2355946 w 2446489"/>
                    <a:gd name="csY1" fmla="*/ 459201 h 2648810"/>
                    <a:gd name="csX2" fmla="*/ 1477245 w 2446489"/>
                    <a:gd name="csY2" fmla="*/ 23529 h 2648810"/>
                    <a:gd name="csX3" fmla="*/ 576806 w 2446489"/>
                    <a:gd name="csY3" fmla="*/ 876677 h 2648810"/>
                    <a:gd name="csX4" fmla="*/ 0 w 2446489"/>
                    <a:gd name="csY4" fmla="*/ 2381029 h 2648810"/>
                    <a:gd name="csX0" fmla="*/ 2418764 w 2447085"/>
                    <a:gd name="csY0" fmla="*/ 2596376 h 2596376"/>
                    <a:gd name="csX1" fmla="*/ 2355946 w 2447085"/>
                    <a:gd name="csY1" fmla="*/ 406767 h 2596376"/>
                    <a:gd name="csX2" fmla="*/ 1468472 w 2447085"/>
                    <a:gd name="csY2" fmla="*/ 30897 h 2596376"/>
                    <a:gd name="csX3" fmla="*/ 576806 w 2447085"/>
                    <a:gd name="csY3" fmla="*/ 824243 h 2596376"/>
                    <a:gd name="csX4" fmla="*/ 0 w 2447085"/>
                    <a:gd name="csY4" fmla="*/ 2328595 h 2596376"/>
                    <a:gd name="csX0" fmla="*/ 2396833 w 2436965"/>
                    <a:gd name="csY0" fmla="*/ 3780840 h 3780840"/>
                    <a:gd name="csX1" fmla="*/ 2355946 w 2436965"/>
                    <a:gd name="csY1" fmla="*/ 451688 h 3780840"/>
                    <a:gd name="csX2" fmla="*/ 1468472 w 2436965"/>
                    <a:gd name="csY2" fmla="*/ 75818 h 3780840"/>
                    <a:gd name="csX3" fmla="*/ 576806 w 2436965"/>
                    <a:gd name="csY3" fmla="*/ 869164 h 3780840"/>
                    <a:gd name="csX4" fmla="*/ 0 w 2436965"/>
                    <a:gd name="csY4" fmla="*/ 2373516 h 3780840"/>
                    <a:gd name="csX0" fmla="*/ 2396833 w 2433246"/>
                    <a:gd name="csY0" fmla="*/ 3780840 h 3780840"/>
                    <a:gd name="csX1" fmla="*/ 2355946 w 2433246"/>
                    <a:gd name="csY1" fmla="*/ 451688 h 3780840"/>
                    <a:gd name="csX2" fmla="*/ 1468472 w 2433246"/>
                    <a:gd name="csY2" fmla="*/ 75818 h 3780840"/>
                    <a:gd name="csX3" fmla="*/ 576806 w 2433246"/>
                    <a:gd name="csY3" fmla="*/ 869164 h 3780840"/>
                    <a:gd name="csX4" fmla="*/ 0 w 2433246"/>
                    <a:gd name="csY4" fmla="*/ 2373516 h 3780840"/>
                    <a:gd name="csX0" fmla="*/ 2396833 w 2438256"/>
                    <a:gd name="csY0" fmla="*/ 3780840 h 3780840"/>
                    <a:gd name="csX1" fmla="*/ 2355946 w 2438256"/>
                    <a:gd name="csY1" fmla="*/ 451688 h 3780840"/>
                    <a:gd name="csX2" fmla="*/ 1468472 w 2438256"/>
                    <a:gd name="csY2" fmla="*/ 75818 h 3780840"/>
                    <a:gd name="csX3" fmla="*/ 576806 w 2438256"/>
                    <a:gd name="csY3" fmla="*/ 869164 h 3780840"/>
                    <a:gd name="csX4" fmla="*/ 0 w 2438256"/>
                    <a:gd name="csY4" fmla="*/ 2373516 h 3780840"/>
                    <a:gd name="csX0" fmla="*/ 2431924 w 2455523"/>
                    <a:gd name="csY0" fmla="*/ 3777351 h 3777350"/>
                    <a:gd name="csX1" fmla="*/ 2355946 w 2455523"/>
                    <a:gd name="csY1" fmla="*/ 451521 h 3777350"/>
                    <a:gd name="csX2" fmla="*/ 1468472 w 2455523"/>
                    <a:gd name="csY2" fmla="*/ 75651 h 3777350"/>
                    <a:gd name="csX3" fmla="*/ 576806 w 2455523"/>
                    <a:gd name="csY3" fmla="*/ 868997 h 3777350"/>
                    <a:gd name="csX4" fmla="*/ 0 w 2455523"/>
                    <a:gd name="csY4" fmla="*/ 2373349 h 3777350"/>
                    <a:gd name="csX0" fmla="*/ 2471402 w 2480541"/>
                    <a:gd name="csY0" fmla="*/ 3791314 h 3791314"/>
                    <a:gd name="csX1" fmla="*/ 2355946 w 2480541"/>
                    <a:gd name="csY1" fmla="*/ 452194 h 3791314"/>
                    <a:gd name="csX2" fmla="*/ 1468472 w 2480541"/>
                    <a:gd name="csY2" fmla="*/ 76324 h 3791314"/>
                    <a:gd name="csX3" fmla="*/ 576806 w 2480541"/>
                    <a:gd name="csY3" fmla="*/ 869670 h 3791314"/>
                    <a:gd name="csX4" fmla="*/ 0 w 2480541"/>
                    <a:gd name="csY4" fmla="*/ 2374022 h 3791314"/>
                    <a:gd name="csX0" fmla="*/ 2453856 w 2468586"/>
                    <a:gd name="csY0" fmla="*/ 3791314 h 3791314"/>
                    <a:gd name="csX1" fmla="*/ 2355946 w 2468586"/>
                    <a:gd name="csY1" fmla="*/ 452194 h 3791314"/>
                    <a:gd name="csX2" fmla="*/ 1468472 w 2468586"/>
                    <a:gd name="csY2" fmla="*/ 76324 h 3791314"/>
                    <a:gd name="csX3" fmla="*/ 576806 w 2468586"/>
                    <a:gd name="csY3" fmla="*/ 869670 h 3791314"/>
                    <a:gd name="csX4" fmla="*/ 0 w 2468586"/>
                    <a:gd name="csY4" fmla="*/ 2374022 h 3791314"/>
                    <a:gd name="csX0" fmla="*/ 2467016 w 2477419"/>
                    <a:gd name="csY0" fmla="*/ 3794805 h 3794805"/>
                    <a:gd name="csX1" fmla="*/ 2355946 w 2477419"/>
                    <a:gd name="csY1" fmla="*/ 452363 h 3794805"/>
                    <a:gd name="csX2" fmla="*/ 1468472 w 2477419"/>
                    <a:gd name="csY2" fmla="*/ 76493 h 3794805"/>
                    <a:gd name="csX3" fmla="*/ 576806 w 2477419"/>
                    <a:gd name="csY3" fmla="*/ 869839 h 3794805"/>
                    <a:gd name="csX4" fmla="*/ 0 w 2477419"/>
                    <a:gd name="csY4" fmla="*/ 2374191 h 3794805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  <a:gd name="csX0" fmla="*/ 2471402 w 2480539"/>
                    <a:gd name="csY0" fmla="*/ 2756902 h 2756902"/>
                    <a:gd name="csX1" fmla="*/ 2355946 w 2480539"/>
                    <a:gd name="csY1" fmla="*/ 411144 h 2756902"/>
                    <a:gd name="csX2" fmla="*/ 1468472 w 2480539"/>
                    <a:gd name="csY2" fmla="*/ 35274 h 2756902"/>
                    <a:gd name="csX3" fmla="*/ 576806 w 2480539"/>
                    <a:gd name="csY3" fmla="*/ 828620 h 2756902"/>
                    <a:gd name="csX4" fmla="*/ 0 w 2480539"/>
                    <a:gd name="csY4" fmla="*/ 2332972 h 2756902"/>
                    <a:gd name="csX0" fmla="*/ 2480175 w 2489312"/>
                    <a:gd name="csY0" fmla="*/ 2756902 h 2756902"/>
                    <a:gd name="csX1" fmla="*/ 2364719 w 2489312"/>
                    <a:gd name="csY1" fmla="*/ 411144 h 2756902"/>
                    <a:gd name="csX2" fmla="*/ 1477245 w 2489312"/>
                    <a:gd name="csY2" fmla="*/ 35274 h 2756902"/>
                    <a:gd name="csX3" fmla="*/ 585579 w 2489312"/>
                    <a:gd name="csY3" fmla="*/ 828620 h 2756902"/>
                    <a:gd name="csX4" fmla="*/ 0 w 2489312"/>
                    <a:gd name="csY4" fmla="*/ 2352891 h 27569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489312" h="2756902">
                      <a:moveTo>
                        <a:pt x="2480175" y="2756902"/>
                      </a:moveTo>
                      <a:cubicBezTo>
                        <a:pt x="2483800" y="1116989"/>
                        <a:pt x="2531874" y="864749"/>
                        <a:pt x="2364719" y="411144"/>
                      </a:cubicBezTo>
                      <a:cubicBezTo>
                        <a:pt x="2197564" y="-42461"/>
                        <a:pt x="1773768" y="-34305"/>
                        <a:pt x="1477245" y="35274"/>
                      </a:cubicBezTo>
                      <a:cubicBezTo>
                        <a:pt x="1180722" y="104853"/>
                        <a:pt x="831786" y="442351"/>
                        <a:pt x="585579" y="828620"/>
                      </a:cubicBezTo>
                      <a:cubicBezTo>
                        <a:pt x="339372" y="1214889"/>
                        <a:pt x="31242" y="2018627"/>
                        <a:pt x="0" y="2352891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2EFAA26-DD93-D52A-A1F9-793762BD077D}"/>
                </a:ext>
              </a:extLst>
            </p:cNvPr>
            <p:cNvGrpSpPr/>
            <p:nvPr/>
          </p:nvGrpSpPr>
          <p:grpSpPr>
            <a:xfrm>
              <a:off x="4518653" y="3183890"/>
              <a:ext cx="1659235" cy="473966"/>
              <a:chOff x="4518653" y="3183890"/>
              <a:chExt cx="1659235" cy="473966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02AFD76-9EFA-A4B4-DA4B-FC79DD741BFA}"/>
                  </a:ext>
                </a:extLst>
              </p:cNvPr>
              <p:cNvGrpSpPr/>
              <p:nvPr/>
            </p:nvGrpSpPr>
            <p:grpSpPr>
              <a:xfrm>
                <a:off x="4518653" y="3187699"/>
                <a:ext cx="715826" cy="470157"/>
                <a:chOff x="4518653" y="3187699"/>
                <a:chExt cx="715826" cy="470157"/>
              </a:xfrm>
            </p:grpSpPr>
            <p:sp>
              <p:nvSpPr>
                <p:cNvPr id="123" name="Free-form: Shape 122">
                  <a:extLst>
                    <a:ext uri="{FF2B5EF4-FFF2-40B4-BE49-F238E27FC236}">
                      <a16:creationId xmlns:a16="http://schemas.microsoft.com/office/drawing/2014/main" id="{815FAF53-3F48-861E-3F7A-9D1596D004C7}"/>
                    </a:ext>
                  </a:extLst>
                </p:cNvPr>
                <p:cNvSpPr/>
                <p:nvPr/>
              </p:nvSpPr>
              <p:spPr>
                <a:xfrm>
                  <a:off x="4518653" y="3187700"/>
                  <a:ext cx="127747" cy="466981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24" name="Free-form: Shape 123">
                  <a:extLst>
                    <a:ext uri="{FF2B5EF4-FFF2-40B4-BE49-F238E27FC236}">
                      <a16:creationId xmlns:a16="http://schemas.microsoft.com/office/drawing/2014/main" id="{40E8D3C8-20E2-1837-CCCA-1E937537B496}"/>
                    </a:ext>
                  </a:extLst>
                </p:cNvPr>
                <p:cNvSpPr/>
                <p:nvPr/>
              </p:nvSpPr>
              <p:spPr>
                <a:xfrm>
                  <a:off x="4713509" y="3187700"/>
                  <a:ext cx="100348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82568 w 100348"/>
                    <a:gd name="csY0" fmla="*/ 0 h 480060"/>
                    <a:gd name="csX1" fmla="*/ 18 w 100348"/>
                    <a:gd name="csY1" fmla="*/ 222885 h 480060"/>
                    <a:gd name="csX2" fmla="*/ 100348 w 10034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25" name="Free-form: Shape 124">
                  <a:extLst>
                    <a:ext uri="{FF2B5EF4-FFF2-40B4-BE49-F238E27FC236}">
                      <a16:creationId xmlns:a16="http://schemas.microsoft.com/office/drawing/2014/main" id="{EB1FBCA9-4181-B430-4183-E086B108D6D5}"/>
                    </a:ext>
                  </a:extLst>
                </p:cNvPr>
                <p:cNvSpPr/>
                <p:nvPr/>
              </p:nvSpPr>
              <p:spPr>
                <a:xfrm>
                  <a:off x="4957636" y="3187700"/>
                  <a:ext cx="75600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57820 w 75600"/>
                    <a:gd name="csY0" fmla="*/ 0 h 480060"/>
                    <a:gd name="csX1" fmla="*/ 35 w 75600"/>
                    <a:gd name="csY1" fmla="*/ 215265 h 480060"/>
                    <a:gd name="csX2" fmla="*/ 75600 w 75600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26" name="Free-form: Shape 125">
                  <a:extLst>
                    <a:ext uri="{FF2B5EF4-FFF2-40B4-BE49-F238E27FC236}">
                      <a16:creationId xmlns:a16="http://schemas.microsoft.com/office/drawing/2014/main" id="{ADB77613-D59A-98E8-69BF-A1E6828B9DAA}"/>
                    </a:ext>
                  </a:extLst>
                </p:cNvPr>
                <p:cNvSpPr/>
                <p:nvPr/>
              </p:nvSpPr>
              <p:spPr>
                <a:xfrm>
                  <a:off x="5168421" y="3187699"/>
                  <a:ext cx="66058" cy="470157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35185 w 52965"/>
                    <a:gd name="csY0" fmla="*/ 0 h 480060"/>
                    <a:gd name="csX1" fmla="*/ 260 w 52965"/>
                    <a:gd name="csY1" fmla="*/ 228600 h 480060"/>
                    <a:gd name="csX2" fmla="*/ 52965 w 52965"/>
                    <a:gd name="csY2" fmla="*/ 480060 h 480060"/>
                    <a:gd name="csX0" fmla="*/ 34961 w 52741"/>
                    <a:gd name="csY0" fmla="*/ 0 h 480060"/>
                    <a:gd name="csX1" fmla="*/ 36 w 52741"/>
                    <a:gd name="csY1" fmla="*/ 228600 h 480060"/>
                    <a:gd name="csX2" fmla="*/ 52741 w 52741"/>
                    <a:gd name="csY2" fmla="*/ 480060 h 480060"/>
                    <a:gd name="csX0" fmla="*/ 48278 w 66058"/>
                    <a:gd name="csY0" fmla="*/ 0 h 480060"/>
                    <a:gd name="csX1" fmla="*/ 18 w 66058"/>
                    <a:gd name="csY1" fmla="*/ 224790 h 480060"/>
                    <a:gd name="csX2" fmla="*/ 66058 w 6605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3A24145-C810-84B0-CDC9-79A82914FDA6}"/>
                  </a:ext>
                </a:extLst>
              </p:cNvPr>
              <p:cNvGrpSpPr/>
              <p:nvPr/>
            </p:nvGrpSpPr>
            <p:grpSpPr>
              <a:xfrm flipH="1">
                <a:off x="5457888" y="3183890"/>
                <a:ext cx="720000" cy="473966"/>
                <a:chOff x="4512937" y="3183890"/>
                <a:chExt cx="721542" cy="473966"/>
              </a:xfrm>
            </p:grpSpPr>
            <p:sp>
              <p:nvSpPr>
                <p:cNvPr id="119" name="Free-form: Shape 118">
                  <a:extLst>
                    <a:ext uri="{FF2B5EF4-FFF2-40B4-BE49-F238E27FC236}">
                      <a16:creationId xmlns:a16="http://schemas.microsoft.com/office/drawing/2014/main" id="{AE0529FD-CB8F-827D-A797-AE67F9A43F26}"/>
                    </a:ext>
                  </a:extLst>
                </p:cNvPr>
                <p:cNvSpPr/>
                <p:nvPr/>
              </p:nvSpPr>
              <p:spPr>
                <a:xfrm>
                  <a:off x="4512937" y="3183890"/>
                  <a:ext cx="134923" cy="466984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20" name="Free-form: Shape 119">
                  <a:extLst>
                    <a:ext uri="{FF2B5EF4-FFF2-40B4-BE49-F238E27FC236}">
                      <a16:creationId xmlns:a16="http://schemas.microsoft.com/office/drawing/2014/main" id="{8DB0B32D-FF22-2D89-9B02-CC6286594FD5}"/>
                    </a:ext>
                  </a:extLst>
                </p:cNvPr>
                <p:cNvSpPr/>
                <p:nvPr/>
              </p:nvSpPr>
              <p:spPr>
                <a:xfrm>
                  <a:off x="4713509" y="3187700"/>
                  <a:ext cx="100348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82568 w 100348"/>
                    <a:gd name="csY0" fmla="*/ 0 h 480060"/>
                    <a:gd name="csX1" fmla="*/ 18 w 100348"/>
                    <a:gd name="csY1" fmla="*/ 222885 h 480060"/>
                    <a:gd name="csX2" fmla="*/ 100348 w 10034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21" name="Free-form: Shape 120">
                  <a:extLst>
                    <a:ext uri="{FF2B5EF4-FFF2-40B4-BE49-F238E27FC236}">
                      <a16:creationId xmlns:a16="http://schemas.microsoft.com/office/drawing/2014/main" id="{6F8EDF86-EC70-229B-9A68-D4A9EE41EA29}"/>
                    </a:ext>
                  </a:extLst>
                </p:cNvPr>
                <p:cNvSpPr/>
                <p:nvPr/>
              </p:nvSpPr>
              <p:spPr>
                <a:xfrm>
                  <a:off x="4957636" y="3187700"/>
                  <a:ext cx="75600" cy="466983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57820 w 75600"/>
                    <a:gd name="csY0" fmla="*/ 0 h 480060"/>
                    <a:gd name="csX1" fmla="*/ 35 w 75600"/>
                    <a:gd name="csY1" fmla="*/ 215265 h 480060"/>
                    <a:gd name="csX2" fmla="*/ 75600 w 75600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22" name="Free-form: Shape 121">
                  <a:extLst>
                    <a:ext uri="{FF2B5EF4-FFF2-40B4-BE49-F238E27FC236}">
                      <a16:creationId xmlns:a16="http://schemas.microsoft.com/office/drawing/2014/main" id="{174CF93F-7988-A5CD-6834-A079CD0F0CEF}"/>
                    </a:ext>
                  </a:extLst>
                </p:cNvPr>
                <p:cNvSpPr/>
                <p:nvPr/>
              </p:nvSpPr>
              <p:spPr>
                <a:xfrm>
                  <a:off x="5168421" y="3187699"/>
                  <a:ext cx="66058" cy="470157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35185 w 52965"/>
                    <a:gd name="csY0" fmla="*/ 0 h 480060"/>
                    <a:gd name="csX1" fmla="*/ 260 w 52965"/>
                    <a:gd name="csY1" fmla="*/ 228600 h 480060"/>
                    <a:gd name="csX2" fmla="*/ 52965 w 52965"/>
                    <a:gd name="csY2" fmla="*/ 480060 h 480060"/>
                    <a:gd name="csX0" fmla="*/ 34961 w 52741"/>
                    <a:gd name="csY0" fmla="*/ 0 h 480060"/>
                    <a:gd name="csX1" fmla="*/ 36 w 52741"/>
                    <a:gd name="csY1" fmla="*/ 228600 h 480060"/>
                    <a:gd name="csX2" fmla="*/ 52741 w 52741"/>
                    <a:gd name="csY2" fmla="*/ 480060 h 480060"/>
                    <a:gd name="csX0" fmla="*/ 48278 w 66058"/>
                    <a:gd name="csY0" fmla="*/ 0 h 480060"/>
                    <a:gd name="csX1" fmla="*/ 18 w 66058"/>
                    <a:gd name="csY1" fmla="*/ 224790 h 480060"/>
                    <a:gd name="csX2" fmla="*/ 66058 w 6605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D24E3F1C-1726-FCAA-C9EA-E628FF50D2EC}"/>
                  </a:ext>
                </a:extLst>
              </p:cNvPr>
              <p:cNvCxnSpPr/>
              <p:nvPr/>
            </p:nvCxnSpPr>
            <p:spPr>
              <a:xfrm>
                <a:off x="5345430" y="3187699"/>
                <a:ext cx="0" cy="466984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B76C5EB7-DF0E-5A14-C22D-EFB784DB3DAF}"/>
                </a:ext>
              </a:extLst>
            </p:cNvPr>
            <p:cNvSpPr/>
            <p:nvPr/>
          </p:nvSpPr>
          <p:spPr>
            <a:xfrm>
              <a:off x="7301030" y="3325177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046539A0-9A31-BB56-F5A6-C3638861653A}"/>
                </a:ext>
              </a:extLst>
            </p:cNvPr>
            <p:cNvSpPr/>
            <p:nvPr/>
          </p:nvSpPr>
          <p:spPr>
            <a:xfrm>
              <a:off x="7477187" y="3323653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197E0001-738A-0807-62B3-0AE5C4140938}"/>
                </a:ext>
              </a:extLst>
            </p:cNvPr>
            <p:cNvSpPr/>
            <p:nvPr/>
          </p:nvSpPr>
          <p:spPr>
            <a:xfrm>
              <a:off x="6866141" y="3333755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AC763B76-6F70-4576-5122-B11445452B13}"/>
                </a:ext>
              </a:extLst>
            </p:cNvPr>
            <p:cNvSpPr/>
            <p:nvPr/>
          </p:nvSpPr>
          <p:spPr>
            <a:xfrm>
              <a:off x="7055633" y="3332231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1BB0ABF8-D505-7EFA-40C4-13B92A5615B7}"/>
                </a:ext>
              </a:extLst>
            </p:cNvPr>
            <p:cNvSpPr/>
            <p:nvPr/>
          </p:nvSpPr>
          <p:spPr>
            <a:xfrm rot="10800000">
              <a:off x="5291763" y="3365090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997217D8-076D-BBE7-C774-754D47A7E62D}"/>
                </a:ext>
              </a:extLst>
            </p:cNvPr>
            <p:cNvSpPr/>
            <p:nvPr/>
          </p:nvSpPr>
          <p:spPr>
            <a:xfrm rot="10800000">
              <a:off x="5468044" y="3365091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4B4F3DDE-132F-ACE3-8C31-783459715306}"/>
                </a:ext>
              </a:extLst>
            </p:cNvPr>
            <p:cNvSpPr/>
            <p:nvPr/>
          </p:nvSpPr>
          <p:spPr>
            <a:xfrm rot="10800000">
              <a:off x="5918328" y="3366332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EA5A2ABD-B6C5-16AC-2E68-816C6218525B}"/>
                </a:ext>
              </a:extLst>
            </p:cNvPr>
            <p:cNvSpPr/>
            <p:nvPr/>
          </p:nvSpPr>
          <p:spPr>
            <a:xfrm rot="10800000">
              <a:off x="5677554" y="3365090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7980F3B6-8D56-239E-BB91-C34B6A7DA6D6}"/>
                </a:ext>
              </a:extLst>
            </p:cNvPr>
            <p:cNvSpPr/>
            <p:nvPr/>
          </p:nvSpPr>
          <p:spPr>
            <a:xfrm rot="10800000">
              <a:off x="6121714" y="3364795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30117F2C-0F7C-45CB-B4D1-1EB0745AE776}"/>
                </a:ext>
              </a:extLst>
            </p:cNvPr>
            <p:cNvSpPr/>
            <p:nvPr/>
          </p:nvSpPr>
          <p:spPr>
            <a:xfrm rot="10800000">
              <a:off x="4470122" y="3365091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1929E334-1F90-3F40-66C5-59A4E02FAFAF}"/>
                </a:ext>
              </a:extLst>
            </p:cNvPr>
            <p:cNvSpPr/>
            <p:nvPr/>
          </p:nvSpPr>
          <p:spPr>
            <a:xfrm rot="10800000">
              <a:off x="4904248" y="3362339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F96CC33B-F30D-5A5D-B7C6-BB0EED8ABBA2}"/>
                </a:ext>
              </a:extLst>
            </p:cNvPr>
            <p:cNvSpPr/>
            <p:nvPr/>
          </p:nvSpPr>
          <p:spPr>
            <a:xfrm rot="10800000">
              <a:off x="4663214" y="3362890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1FCCAD4B-3C78-D984-8118-19369F991BC3}"/>
                </a:ext>
              </a:extLst>
            </p:cNvPr>
            <p:cNvSpPr/>
            <p:nvPr/>
          </p:nvSpPr>
          <p:spPr>
            <a:xfrm rot="10800000">
              <a:off x="5116723" y="3362339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BF55D1F5-B5B4-EFAA-A798-9501D3529ABB}"/>
                </a:ext>
              </a:extLst>
            </p:cNvPr>
            <p:cNvSpPr/>
            <p:nvPr/>
          </p:nvSpPr>
          <p:spPr>
            <a:xfrm rot="17278291">
              <a:off x="6624841" y="1800645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6DA1C183-8F65-0958-D9BA-2EF3E39526C2}"/>
                </a:ext>
              </a:extLst>
            </p:cNvPr>
            <p:cNvSpPr/>
            <p:nvPr/>
          </p:nvSpPr>
          <p:spPr>
            <a:xfrm rot="17278291">
              <a:off x="6762632" y="1532648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3C0BA392-87D5-9C40-7891-6E750790A6AC}"/>
                </a:ext>
              </a:extLst>
            </p:cNvPr>
            <p:cNvSpPr/>
            <p:nvPr/>
          </p:nvSpPr>
          <p:spPr>
            <a:xfrm rot="16862043">
              <a:off x="6831527" y="1288962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0" name="Isosceles Triangle 109">
              <a:extLst>
                <a:ext uri="{FF2B5EF4-FFF2-40B4-BE49-F238E27FC236}">
                  <a16:creationId xmlns:a16="http://schemas.microsoft.com/office/drawing/2014/main" id="{756C711C-938E-3039-AF9B-8C742130B7E4}"/>
                </a:ext>
              </a:extLst>
            </p:cNvPr>
            <p:cNvSpPr/>
            <p:nvPr/>
          </p:nvSpPr>
          <p:spPr>
            <a:xfrm rot="16587334">
              <a:off x="6940412" y="1028495"/>
              <a:ext cx="109480" cy="10934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21F65D85-E91B-1C4A-1CD4-7CE05BEFF150}"/>
                </a:ext>
              </a:extLst>
            </p:cNvPr>
            <p:cNvGrpSpPr/>
            <p:nvPr/>
          </p:nvGrpSpPr>
          <p:grpSpPr>
            <a:xfrm flipV="1">
              <a:off x="6608723" y="4939337"/>
              <a:ext cx="426823" cy="881997"/>
              <a:chOff x="8667489" y="1010944"/>
              <a:chExt cx="426823" cy="881627"/>
            </a:xfrm>
          </p:grpSpPr>
          <p:sp>
            <p:nvSpPr>
              <p:cNvPr id="112" name="Isosceles Triangle 111">
                <a:extLst>
                  <a:ext uri="{FF2B5EF4-FFF2-40B4-BE49-F238E27FC236}">
                    <a16:creationId xmlns:a16="http://schemas.microsoft.com/office/drawing/2014/main" id="{2BC52BCE-C63F-5FEE-8E0C-D63D9826377B}"/>
                  </a:ext>
                </a:extLst>
              </p:cNvPr>
              <p:cNvSpPr/>
              <p:nvPr/>
            </p:nvSpPr>
            <p:spPr>
              <a:xfrm rot="6015914">
                <a:off x="8667423" y="1783157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92468C3F-BD87-F2CA-32A9-D093FC67B8A0}"/>
                  </a:ext>
                </a:extLst>
              </p:cNvPr>
              <p:cNvSpPr/>
              <p:nvPr/>
            </p:nvSpPr>
            <p:spPr>
              <a:xfrm rot="6217905">
                <a:off x="8805214" y="1513257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4" name="Isosceles Triangle 113">
                <a:extLst>
                  <a:ext uri="{FF2B5EF4-FFF2-40B4-BE49-F238E27FC236}">
                    <a16:creationId xmlns:a16="http://schemas.microsoft.com/office/drawing/2014/main" id="{FE6A521C-1F0A-F134-651D-8720D6578E8E}"/>
                  </a:ext>
                </a:extLst>
              </p:cNvPr>
              <p:cNvSpPr/>
              <p:nvPr/>
            </p:nvSpPr>
            <p:spPr>
              <a:xfrm rot="5903534">
                <a:off x="8874109" y="1275285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5" name="Isosceles Triangle 114">
                <a:extLst>
                  <a:ext uri="{FF2B5EF4-FFF2-40B4-BE49-F238E27FC236}">
                    <a16:creationId xmlns:a16="http://schemas.microsoft.com/office/drawing/2014/main" id="{E21DF9B7-6B99-0B88-D83D-B2CEE1DAE15E}"/>
                  </a:ext>
                </a:extLst>
              </p:cNvPr>
              <p:cNvSpPr/>
              <p:nvPr/>
            </p:nvSpPr>
            <p:spPr>
              <a:xfrm rot="5981027">
                <a:off x="8984899" y="1011010"/>
                <a:ext cx="109480" cy="109347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99D6ABB-EC5E-533F-8C77-3181BF174984}"/>
              </a:ext>
            </a:extLst>
          </p:cNvPr>
          <p:cNvCxnSpPr>
            <a:cxnSpLocks/>
          </p:cNvCxnSpPr>
          <p:nvPr/>
        </p:nvCxnSpPr>
        <p:spPr>
          <a:xfrm>
            <a:off x="5566410" y="3098193"/>
            <a:ext cx="14344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AB4C50B-7861-0F24-AAA9-AF46CB0157A4}"/>
              </a:ext>
            </a:extLst>
          </p:cNvPr>
          <p:cNvCxnSpPr>
            <a:cxnSpLocks/>
          </p:cNvCxnSpPr>
          <p:nvPr/>
        </p:nvCxnSpPr>
        <p:spPr>
          <a:xfrm>
            <a:off x="5565930" y="3568987"/>
            <a:ext cx="14344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5CF263CA-7C44-EF27-9EB9-6C1B49BEBD64}"/>
              </a:ext>
            </a:extLst>
          </p:cNvPr>
          <p:cNvCxnSpPr>
            <a:cxnSpLocks/>
          </p:cNvCxnSpPr>
          <p:nvPr/>
        </p:nvCxnSpPr>
        <p:spPr>
          <a:xfrm>
            <a:off x="7391061" y="3103989"/>
            <a:ext cx="14344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2E3C35A-A7A0-705A-EB05-E381FC1502F1}"/>
              </a:ext>
            </a:extLst>
          </p:cNvPr>
          <p:cNvCxnSpPr>
            <a:cxnSpLocks/>
          </p:cNvCxnSpPr>
          <p:nvPr/>
        </p:nvCxnSpPr>
        <p:spPr>
          <a:xfrm>
            <a:off x="7390581" y="3574783"/>
            <a:ext cx="14344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727C2FD5-CDDA-6DD1-B19F-EB8EB365650B}"/>
                  </a:ext>
                </a:extLst>
              </p:cNvPr>
              <p:cNvSpPr txBox="1"/>
              <p:nvPr/>
            </p:nvSpPr>
            <p:spPr>
              <a:xfrm>
                <a:off x="6035087" y="4855418"/>
                <a:ext cx="1029053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LID4096" sz="1200" b="1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727C2FD5-CDDA-6DD1-B19F-EB8EB3656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87" y="4855418"/>
                <a:ext cx="1029053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8B7B7743-4040-35FA-DDEB-B4099B85C678}"/>
              </a:ext>
            </a:extLst>
          </p:cNvPr>
          <p:cNvSpPr txBox="1"/>
          <p:nvPr/>
        </p:nvSpPr>
        <p:spPr>
          <a:xfrm>
            <a:off x="7426078" y="517918"/>
            <a:ext cx="226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Zacht</a:t>
            </a:r>
            <a:r>
              <a:rPr lang="en-GB" dirty="0"/>
              <a:t> </a:t>
            </a:r>
            <a:r>
              <a:rPr lang="en-GB" dirty="0" err="1"/>
              <a:t>magnetisch</a:t>
            </a:r>
            <a:r>
              <a:rPr lang="en-GB" dirty="0"/>
              <a:t> </a:t>
            </a:r>
            <a:r>
              <a:rPr lang="en-GB" dirty="0" err="1"/>
              <a:t>metaal</a:t>
            </a:r>
            <a:endParaRPr lang="LID4096" dirty="0"/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E158B1C-8801-EC5D-BC0F-00B590B9F4A5}"/>
              </a:ext>
            </a:extLst>
          </p:cNvPr>
          <p:cNvCxnSpPr>
            <a:cxnSpLocks/>
          </p:cNvCxnSpPr>
          <p:nvPr/>
        </p:nvCxnSpPr>
        <p:spPr>
          <a:xfrm>
            <a:off x="7866891" y="1164249"/>
            <a:ext cx="297216" cy="344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8AEB1562-75CB-9580-1518-305A3035B38B}"/>
              </a:ext>
            </a:extLst>
          </p:cNvPr>
          <p:cNvSpPr txBox="1"/>
          <p:nvPr/>
        </p:nvSpPr>
        <p:spPr>
          <a:xfrm>
            <a:off x="6822760" y="2452353"/>
            <a:ext cx="226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Gap</a:t>
            </a:r>
            <a:endParaRPr lang="LID4096" dirty="0"/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4B8C9FA2-9C3F-0CAF-2FC8-9631D6AE6132}"/>
              </a:ext>
            </a:extLst>
          </p:cNvPr>
          <p:cNvCxnSpPr>
            <a:cxnSpLocks/>
          </p:cNvCxnSpPr>
          <p:nvPr/>
        </p:nvCxnSpPr>
        <p:spPr>
          <a:xfrm>
            <a:off x="7148804" y="2787732"/>
            <a:ext cx="163475" cy="321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0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898B87-C499-A563-9D36-AA57A37BB93F}"/>
              </a:ext>
            </a:extLst>
          </p:cNvPr>
          <p:cNvSpPr/>
          <p:nvPr/>
        </p:nvSpPr>
        <p:spPr>
          <a:xfrm>
            <a:off x="3397045" y="3778540"/>
            <a:ext cx="5397909" cy="113071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14A2C6-66C1-E0A9-58D7-0F09A491E4E6}"/>
              </a:ext>
            </a:extLst>
          </p:cNvPr>
          <p:cNvSpPr/>
          <p:nvPr/>
        </p:nvSpPr>
        <p:spPr>
          <a:xfrm>
            <a:off x="4689986" y="4049375"/>
            <a:ext cx="2812028" cy="5890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1C4C12-E211-5BE3-E665-A3A667FF7700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6096000" y="4909250"/>
            <a:ext cx="0" cy="9225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06F6D-96CC-82C1-BDBD-214539E399A1}"/>
                  </a:ext>
                </a:extLst>
              </p:cNvPr>
              <p:cNvSpPr txBox="1"/>
              <p:nvPr/>
            </p:nvSpPr>
            <p:spPr>
              <a:xfrm>
                <a:off x="5529968" y="3279662"/>
                <a:ext cx="45719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BE" sz="14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nl-BE" b="0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06F6D-96CC-82C1-BDBD-214539E39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968" y="3279662"/>
                <a:ext cx="457199" cy="492443"/>
              </a:xfrm>
              <a:prstGeom prst="rect">
                <a:avLst/>
              </a:prstGeom>
              <a:blipFill>
                <a:blip r:embed="rId2"/>
                <a:stretch>
                  <a:fillRect l="-5333" r="-9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2DA833-1DE4-0159-9275-63B09932E2E1}"/>
              </a:ext>
            </a:extLst>
          </p:cNvPr>
          <p:cNvCxnSpPr>
            <a:cxnSpLocks/>
          </p:cNvCxnSpPr>
          <p:nvPr/>
        </p:nvCxnSpPr>
        <p:spPr>
          <a:xfrm flipV="1">
            <a:off x="7299960" y="3989849"/>
            <a:ext cx="769259" cy="17141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8BDB61-9904-A834-B498-4838A8EAA560}"/>
              </a:ext>
            </a:extLst>
          </p:cNvPr>
          <p:cNvCxnSpPr>
            <a:cxnSpLocks/>
          </p:cNvCxnSpPr>
          <p:nvPr/>
        </p:nvCxnSpPr>
        <p:spPr>
          <a:xfrm flipV="1">
            <a:off x="6154249" y="4191740"/>
            <a:ext cx="1053655" cy="1521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346F3C-6EA4-42D3-7DF4-2A71729168E0}"/>
                  </a:ext>
                </a:extLst>
              </p:cNvPr>
              <p:cNvSpPr txBox="1"/>
              <p:nvPr/>
            </p:nvSpPr>
            <p:spPr>
              <a:xfrm>
                <a:off x="6212593" y="4060860"/>
                <a:ext cx="4571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346F3C-6EA4-42D3-7DF4-2A7172916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593" y="4060860"/>
                <a:ext cx="457199" cy="215444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07195E-F0C3-782C-2ABF-C1514D836AC2}"/>
                  </a:ext>
                </a:extLst>
              </p:cNvPr>
              <p:cNvSpPr txBox="1"/>
              <p:nvPr/>
            </p:nvSpPr>
            <p:spPr>
              <a:xfrm>
                <a:off x="7129702" y="3874101"/>
                <a:ext cx="4571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07195E-F0C3-782C-2ABF-C1514D836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702" y="3874101"/>
                <a:ext cx="457199" cy="215444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AD18EE-7248-B617-AC07-C2DF09E0FCB6}"/>
                  </a:ext>
                </a:extLst>
              </p:cNvPr>
              <p:cNvSpPr txBox="1"/>
              <p:nvPr/>
            </p:nvSpPr>
            <p:spPr>
              <a:xfrm>
                <a:off x="4060724" y="4161260"/>
                <a:ext cx="4571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AD18EE-7248-B617-AC07-C2DF09E0F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724" y="4161260"/>
                <a:ext cx="457199" cy="276999"/>
              </a:xfrm>
              <a:prstGeom prst="rect">
                <a:avLst/>
              </a:prstGeom>
              <a:blipFill>
                <a:blip r:embed="rId5"/>
                <a:stretch>
                  <a:fillRect l="-14667" r="-8000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91198F-4D24-D146-492D-72548DD4FB99}"/>
              </a:ext>
            </a:extLst>
          </p:cNvPr>
          <p:cNvCxnSpPr>
            <a:cxnSpLocks/>
          </p:cNvCxnSpPr>
          <p:nvPr/>
        </p:nvCxnSpPr>
        <p:spPr>
          <a:xfrm flipH="1">
            <a:off x="6015064" y="3394053"/>
            <a:ext cx="91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E859DDD-73DC-AE79-4A6A-1C19F80DDAE6}"/>
              </a:ext>
            </a:extLst>
          </p:cNvPr>
          <p:cNvSpPr/>
          <p:nvPr/>
        </p:nvSpPr>
        <p:spPr>
          <a:xfrm>
            <a:off x="3397045" y="1726744"/>
            <a:ext cx="5397909" cy="113071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50B9A8-A809-0C8A-92BF-FB6C1D7ABC30}"/>
              </a:ext>
            </a:extLst>
          </p:cNvPr>
          <p:cNvSpPr/>
          <p:nvPr/>
        </p:nvSpPr>
        <p:spPr>
          <a:xfrm>
            <a:off x="4689986" y="1997579"/>
            <a:ext cx="2812028" cy="5890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E02173-D19B-8F71-BE20-80E76D925E3F}"/>
              </a:ext>
            </a:extLst>
          </p:cNvPr>
          <p:cNvCxnSpPr>
            <a:cxnSpLocks/>
            <a:stCxn id="6" idx="4"/>
          </p:cNvCxnSpPr>
          <p:nvPr/>
        </p:nvCxnSpPr>
        <p:spPr>
          <a:xfrm flipV="1">
            <a:off x="6096000" y="895719"/>
            <a:ext cx="0" cy="1690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D5481F-1F9D-9CC4-038C-FC9C59FB5CC3}"/>
              </a:ext>
            </a:extLst>
          </p:cNvPr>
          <p:cNvCxnSpPr>
            <a:cxnSpLocks/>
            <a:stCxn id="3" idx="4"/>
            <a:endCxn id="5" idx="4"/>
          </p:cNvCxnSpPr>
          <p:nvPr/>
        </p:nvCxnSpPr>
        <p:spPr>
          <a:xfrm>
            <a:off x="6096000" y="2857454"/>
            <a:ext cx="0" cy="17809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C19E80-3BB5-FE7A-1EE3-EEAB1DE669BF}"/>
                  </a:ext>
                </a:extLst>
              </p:cNvPr>
              <p:cNvSpPr txBox="1"/>
              <p:nvPr/>
            </p:nvSpPr>
            <p:spPr>
              <a:xfrm>
                <a:off x="4060723" y="2153599"/>
                <a:ext cx="4571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C19E80-3BB5-FE7A-1EE3-EEAB1DE66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723" y="2153599"/>
                <a:ext cx="457199" cy="276999"/>
              </a:xfrm>
              <a:prstGeom prst="rect">
                <a:avLst/>
              </a:prstGeom>
              <a:blipFill>
                <a:blip r:embed="rId6"/>
                <a:stretch>
                  <a:fillRect l="-6667" r="-8000" b="-130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3CC34B-1E2C-A06E-2522-0F90E993026C}"/>
              </a:ext>
            </a:extLst>
          </p:cNvPr>
          <p:cNvCxnSpPr>
            <a:cxnSpLocks/>
          </p:cNvCxnSpPr>
          <p:nvPr/>
        </p:nvCxnSpPr>
        <p:spPr>
          <a:xfrm flipV="1">
            <a:off x="7264569" y="1920585"/>
            <a:ext cx="769259" cy="17141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5E3A7-4DC4-07C4-AF7D-00840A75B26B}"/>
              </a:ext>
            </a:extLst>
          </p:cNvPr>
          <p:cNvCxnSpPr>
            <a:cxnSpLocks/>
          </p:cNvCxnSpPr>
          <p:nvPr/>
        </p:nvCxnSpPr>
        <p:spPr>
          <a:xfrm flipV="1">
            <a:off x="6118858" y="2122476"/>
            <a:ext cx="1053655" cy="1521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98B9EE-A62A-A348-66F8-7427A9E70750}"/>
                  </a:ext>
                </a:extLst>
              </p:cNvPr>
              <p:cNvSpPr txBox="1"/>
              <p:nvPr/>
            </p:nvSpPr>
            <p:spPr>
              <a:xfrm>
                <a:off x="6177202" y="2011916"/>
                <a:ext cx="4571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98B9EE-A62A-A348-66F8-7427A9E70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202" y="2011916"/>
                <a:ext cx="457199" cy="215444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6CF87D-147B-09C9-7E01-CB5C1539121E}"/>
                  </a:ext>
                </a:extLst>
              </p:cNvPr>
              <p:cNvSpPr txBox="1"/>
              <p:nvPr/>
            </p:nvSpPr>
            <p:spPr>
              <a:xfrm>
                <a:off x="7094311" y="1804837"/>
                <a:ext cx="45719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l-BE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6CF87D-147B-09C9-7E01-CB5C15391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11" y="1804837"/>
                <a:ext cx="457199" cy="215444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58A246-045F-69C2-FE62-4C1CF982820F}"/>
              </a:ext>
            </a:extLst>
          </p:cNvPr>
          <p:cNvCxnSpPr>
            <a:cxnSpLocks/>
          </p:cNvCxnSpPr>
          <p:nvPr/>
        </p:nvCxnSpPr>
        <p:spPr>
          <a:xfrm>
            <a:off x="3229896" y="2292098"/>
            <a:ext cx="0" cy="214616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D0FB6D-C699-5777-4FE1-7D320A70ECC4}"/>
                  </a:ext>
                </a:extLst>
              </p:cNvPr>
              <p:cNvSpPr txBox="1"/>
              <p:nvPr/>
            </p:nvSpPr>
            <p:spPr>
              <a:xfrm>
                <a:off x="2824305" y="3202122"/>
                <a:ext cx="4571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LID4096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D0FB6D-C699-5777-4FE1-7D320A70E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305" y="3202122"/>
                <a:ext cx="457199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3643054-9EA9-D5E5-28BB-1F0AF291200C}"/>
                  </a:ext>
                </a:extLst>
              </p:cNvPr>
              <p:cNvSpPr txBox="1"/>
              <p:nvPr/>
            </p:nvSpPr>
            <p:spPr>
              <a:xfrm>
                <a:off x="5352587" y="4095921"/>
                <a:ext cx="657381" cy="6846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BE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3643054-9EA9-D5E5-28BB-1F0AF2912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587" y="4095921"/>
                <a:ext cx="657381" cy="684675"/>
              </a:xfrm>
              <a:prstGeom prst="rect">
                <a:avLst/>
              </a:prstGeom>
              <a:blipFill>
                <a:blip r:embed="rId8"/>
                <a:stretch>
                  <a:fillRect l="-926" t="-893" r="-46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D7F5BA-4FEE-2985-7688-825E6CD3F3DC}"/>
              </a:ext>
            </a:extLst>
          </p:cNvPr>
          <p:cNvCxnSpPr>
            <a:cxnSpLocks/>
          </p:cNvCxnSpPr>
          <p:nvPr/>
        </p:nvCxnSpPr>
        <p:spPr>
          <a:xfrm flipH="1">
            <a:off x="6007305" y="4335129"/>
            <a:ext cx="91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02AC46-D4E6-9A00-105F-0DCF9DB140E3}"/>
                  </a:ext>
                </a:extLst>
              </p:cNvPr>
              <p:cNvSpPr txBox="1"/>
              <p:nvPr/>
            </p:nvSpPr>
            <p:spPr>
              <a:xfrm>
                <a:off x="5537899" y="2039950"/>
                <a:ext cx="457199" cy="6846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BE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02AC46-D4E6-9A00-105F-0DCF9DB14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899" y="2039950"/>
                <a:ext cx="457199" cy="684675"/>
              </a:xfrm>
              <a:prstGeom prst="rect">
                <a:avLst/>
              </a:prstGeom>
              <a:blipFill>
                <a:blip r:embed="rId9"/>
                <a:stretch>
                  <a:fillRect l="-5333" t="-893" r="-1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7F4AA0A-62BE-F91D-966B-A7342B5671B2}"/>
              </a:ext>
            </a:extLst>
          </p:cNvPr>
          <p:cNvCxnSpPr>
            <a:cxnSpLocks/>
          </p:cNvCxnSpPr>
          <p:nvPr/>
        </p:nvCxnSpPr>
        <p:spPr>
          <a:xfrm flipH="1">
            <a:off x="6015064" y="2267990"/>
            <a:ext cx="91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4A1B48-D4BE-B81A-C40C-680CC9DE4AFF}"/>
                  </a:ext>
                </a:extLst>
              </p:cNvPr>
              <p:cNvSpPr txBox="1"/>
              <p:nvPr/>
            </p:nvSpPr>
            <p:spPr>
              <a:xfrm>
                <a:off x="5682369" y="840743"/>
                <a:ext cx="47188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nl-BE" b="0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4A1B48-D4BE-B81A-C40C-680CC9DE4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369" y="840743"/>
                <a:ext cx="471880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316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roup 270">
            <a:extLst>
              <a:ext uri="{FF2B5EF4-FFF2-40B4-BE49-F238E27FC236}">
                <a16:creationId xmlns:a16="http://schemas.microsoft.com/office/drawing/2014/main" id="{1CE0DC5B-8379-4417-0927-878EC0E50775}"/>
              </a:ext>
            </a:extLst>
          </p:cNvPr>
          <p:cNvGrpSpPr/>
          <p:nvPr/>
        </p:nvGrpSpPr>
        <p:grpSpPr>
          <a:xfrm>
            <a:off x="7591292" y="1578784"/>
            <a:ext cx="3606019" cy="3797244"/>
            <a:chOff x="1328177" y="1517492"/>
            <a:chExt cx="3606019" cy="379724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F48F4E-B53B-8E3D-CA1D-EFAB0440915B}"/>
                </a:ext>
              </a:extLst>
            </p:cNvPr>
            <p:cNvSpPr/>
            <p:nvPr/>
          </p:nvSpPr>
          <p:spPr>
            <a:xfrm>
              <a:off x="1328262" y="3185405"/>
              <a:ext cx="948921" cy="457494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85E3295D-2C20-73D2-3B79-4D43A8FE3C7F}"/>
                </a:ext>
              </a:extLst>
            </p:cNvPr>
            <p:cNvGrpSpPr/>
            <p:nvPr/>
          </p:nvGrpSpPr>
          <p:grpSpPr>
            <a:xfrm>
              <a:off x="1470647" y="1592872"/>
              <a:ext cx="3262825" cy="3606913"/>
              <a:chOff x="1762565" y="6688679"/>
              <a:chExt cx="3262825" cy="3606913"/>
            </a:xfrm>
          </p:grpSpPr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60064985-3FCC-3ADF-CC9C-C7CFBEAA53C9}"/>
                  </a:ext>
                </a:extLst>
              </p:cNvPr>
              <p:cNvGrpSpPr/>
              <p:nvPr/>
            </p:nvGrpSpPr>
            <p:grpSpPr>
              <a:xfrm>
                <a:off x="1802722" y="6729231"/>
                <a:ext cx="3222668" cy="3523375"/>
                <a:chOff x="1500876" y="1634641"/>
                <a:chExt cx="3222668" cy="3523375"/>
              </a:xfrm>
            </p:grpSpPr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C0F4E6FA-C1BA-AA7F-FCA7-99A23DCE7E23}"/>
                    </a:ext>
                  </a:extLst>
                </p:cNvPr>
                <p:cNvGrpSpPr/>
                <p:nvPr/>
              </p:nvGrpSpPr>
              <p:grpSpPr>
                <a:xfrm>
                  <a:off x="1500876" y="1634641"/>
                  <a:ext cx="3222668" cy="3523375"/>
                  <a:chOff x="2607697" y="140533"/>
                  <a:chExt cx="3222668" cy="3523375"/>
                </a:xfrm>
              </p:grpSpPr>
              <p:sp>
                <p:nvSpPr>
                  <p:cNvPr id="169" name="Rectangle: Rounded Corners 168">
                    <a:extLst>
                      <a:ext uri="{FF2B5EF4-FFF2-40B4-BE49-F238E27FC236}">
                        <a16:creationId xmlns:a16="http://schemas.microsoft.com/office/drawing/2014/main" id="{3B8390B2-4DA5-FA20-912E-E661D86D12C5}"/>
                      </a:ext>
                    </a:extLst>
                  </p:cNvPr>
                  <p:cNvSpPr/>
                  <p:nvPr/>
                </p:nvSpPr>
                <p:spPr>
                  <a:xfrm>
                    <a:off x="3219681" y="761857"/>
                    <a:ext cx="2293418" cy="2254110"/>
                  </a:xfrm>
                  <a:custGeom>
                    <a:avLst/>
                    <a:gdLst>
                      <a:gd name="csX0" fmla="*/ 0 w 2077737"/>
                      <a:gd name="csY0" fmla="*/ 185064 h 2253052"/>
                      <a:gd name="csX1" fmla="*/ 185064 w 2077737"/>
                      <a:gd name="csY1" fmla="*/ 0 h 2253052"/>
                      <a:gd name="csX2" fmla="*/ 1892673 w 2077737"/>
                      <a:gd name="csY2" fmla="*/ 0 h 2253052"/>
                      <a:gd name="csX3" fmla="*/ 2077737 w 2077737"/>
                      <a:gd name="csY3" fmla="*/ 185064 h 2253052"/>
                      <a:gd name="csX4" fmla="*/ 2077737 w 2077737"/>
                      <a:gd name="csY4" fmla="*/ 2067988 h 2253052"/>
                      <a:gd name="csX5" fmla="*/ 1892673 w 2077737"/>
                      <a:gd name="csY5" fmla="*/ 2253052 h 2253052"/>
                      <a:gd name="csX6" fmla="*/ 185064 w 2077737"/>
                      <a:gd name="csY6" fmla="*/ 2253052 h 2253052"/>
                      <a:gd name="csX7" fmla="*/ 0 w 2077737"/>
                      <a:gd name="csY7" fmla="*/ 2067988 h 2253052"/>
                      <a:gd name="csX8" fmla="*/ 0 w 2077737"/>
                      <a:gd name="csY8" fmla="*/ 185064 h 2253052"/>
                      <a:gd name="csX0" fmla="*/ 0 w 2077737"/>
                      <a:gd name="csY0" fmla="*/ 185064 h 2253052"/>
                      <a:gd name="csX1" fmla="*/ 185064 w 2077737"/>
                      <a:gd name="csY1" fmla="*/ 0 h 2253052"/>
                      <a:gd name="csX2" fmla="*/ 1892673 w 2077737"/>
                      <a:gd name="csY2" fmla="*/ 0 h 2253052"/>
                      <a:gd name="csX3" fmla="*/ 2077737 w 2077737"/>
                      <a:gd name="csY3" fmla="*/ 185064 h 2253052"/>
                      <a:gd name="csX4" fmla="*/ 2074343 w 2077737"/>
                      <a:gd name="csY4" fmla="*/ 1122107 h 2253052"/>
                      <a:gd name="csX5" fmla="*/ 2077737 w 2077737"/>
                      <a:gd name="csY5" fmla="*/ 2067988 h 2253052"/>
                      <a:gd name="csX6" fmla="*/ 1892673 w 2077737"/>
                      <a:gd name="csY6" fmla="*/ 2253052 h 2253052"/>
                      <a:gd name="csX7" fmla="*/ 185064 w 2077737"/>
                      <a:gd name="csY7" fmla="*/ 2253052 h 2253052"/>
                      <a:gd name="csX8" fmla="*/ 0 w 2077737"/>
                      <a:gd name="csY8" fmla="*/ 2067988 h 2253052"/>
                      <a:gd name="csX9" fmla="*/ 0 w 2077737"/>
                      <a:gd name="csY9" fmla="*/ 185064 h 2253052"/>
                      <a:gd name="csX0" fmla="*/ 0 w 2307709"/>
                      <a:gd name="csY0" fmla="*/ 185064 h 2253052"/>
                      <a:gd name="csX1" fmla="*/ 185064 w 2307709"/>
                      <a:gd name="csY1" fmla="*/ 0 h 2253052"/>
                      <a:gd name="csX2" fmla="*/ 1892673 w 2307709"/>
                      <a:gd name="csY2" fmla="*/ 0 h 2253052"/>
                      <a:gd name="csX3" fmla="*/ 2077737 w 2307709"/>
                      <a:gd name="csY3" fmla="*/ 185064 h 2253052"/>
                      <a:gd name="csX4" fmla="*/ 2307705 w 2307709"/>
                      <a:gd name="csY4" fmla="*/ 1122107 h 2253052"/>
                      <a:gd name="csX5" fmla="*/ 2077737 w 2307709"/>
                      <a:gd name="csY5" fmla="*/ 2067988 h 2253052"/>
                      <a:gd name="csX6" fmla="*/ 1892673 w 2307709"/>
                      <a:gd name="csY6" fmla="*/ 2253052 h 2253052"/>
                      <a:gd name="csX7" fmla="*/ 185064 w 2307709"/>
                      <a:gd name="csY7" fmla="*/ 2253052 h 2253052"/>
                      <a:gd name="csX8" fmla="*/ 0 w 2307709"/>
                      <a:gd name="csY8" fmla="*/ 2067988 h 2253052"/>
                      <a:gd name="csX9" fmla="*/ 0 w 2307709"/>
                      <a:gd name="csY9" fmla="*/ 185064 h 2253052"/>
                      <a:gd name="csX0" fmla="*/ 0 w 2326758"/>
                      <a:gd name="csY0" fmla="*/ 185064 h 2253052"/>
                      <a:gd name="csX1" fmla="*/ 185064 w 2326758"/>
                      <a:gd name="csY1" fmla="*/ 0 h 2253052"/>
                      <a:gd name="csX2" fmla="*/ 1892673 w 2326758"/>
                      <a:gd name="csY2" fmla="*/ 0 h 2253052"/>
                      <a:gd name="csX3" fmla="*/ 2077737 w 2326758"/>
                      <a:gd name="csY3" fmla="*/ 185064 h 2253052"/>
                      <a:gd name="csX4" fmla="*/ 2326755 w 2326758"/>
                      <a:gd name="csY4" fmla="*/ 1124488 h 2253052"/>
                      <a:gd name="csX5" fmla="*/ 2077737 w 2326758"/>
                      <a:gd name="csY5" fmla="*/ 2067988 h 2253052"/>
                      <a:gd name="csX6" fmla="*/ 1892673 w 2326758"/>
                      <a:gd name="csY6" fmla="*/ 2253052 h 2253052"/>
                      <a:gd name="csX7" fmla="*/ 185064 w 2326758"/>
                      <a:gd name="csY7" fmla="*/ 2253052 h 2253052"/>
                      <a:gd name="csX8" fmla="*/ 0 w 2326758"/>
                      <a:gd name="csY8" fmla="*/ 2067988 h 2253052"/>
                      <a:gd name="csX9" fmla="*/ 0 w 2326758"/>
                      <a:gd name="csY9" fmla="*/ 185064 h 2253052"/>
                      <a:gd name="csX0" fmla="*/ 0 w 2314852"/>
                      <a:gd name="csY0" fmla="*/ 185064 h 2253052"/>
                      <a:gd name="csX1" fmla="*/ 185064 w 2314852"/>
                      <a:gd name="csY1" fmla="*/ 0 h 2253052"/>
                      <a:gd name="csX2" fmla="*/ 1892673 w 2314852"/>
                      <a:gd name="csY2" fmla="*/ 0 h 2253052"/>
                      <a:gd name="csX3" fmla="*/ 2077737 w 2314852"/>
                      <a:gd name="csY3" fmla="*/ 185064 h 2253052"/>
                      <a:gd name="csX4" fmla="*/ 2314849 w 2314852"/>
                      <a:gd name="csY4" fmla="*/ 1124488 h 2253052"/>
                      <a:gd name="csX5" fmla="*/ 2077737 w 2314852"/>
                      <a:gd name="csY5" fmla="*/ 2067988 h 2253052"/>
                      <a:gd name="csX6" fmla="*/ 1892673 w 2314852"/>
                      <a:gd name="csY6" fmla="*/ 2253052 h 2253052"/>
                      <a:gd name="csX7" fmla="*/ 185064 w 2314852"/>
                      <a:gd name="csY7" fmla="*/ 2253052 h 2253052"/>
                      <a:gd name="csX8" fmla="*/ 0 w 2314852"/>
                      <a:gd name="csY8" fmla="*/ 2067988 h 2253052"/>
                      <a:gd name="csX9" fmla="*/ 0 w 2314852"/>
                      <a:gd name="csY9" fmla="*/ 185064 h 2253052"/>
                      <a:gd name="csX0" fmla="*/ 0 w 2315347"/>
                      <a:gd name="csY0" fmla="*/ 185064 h 2253052"/>
                      <a:gd name="csX1" fmla="*/ 185064 w 2315347"/>
                      <a:gd name="csY1" fmla="*/ 0 h 2253052"/>
                      <a:gd name="csX2" fmla="*/ 1892673 w 2315347"/>
                      <a:gd name="csY2" fmla="*/ 0 h 2253052"/>
                      <a:gd name="csX3" fmla="*/ 2077737 w 2315347"/>
                      <a:gd name="csY3" fmla="*/ 185064 h 2253052"/>
                      <a:gd name="csX4" fmla="*/ 2314849 w 2315347"/>
                      <a:gd name="csY4" fmla="*/ 1124488 h 2253052"/>
                      <a:gd name="csX5" fmla="*/ 2077737 w 2315347"/>
                      <a:gd name="csY5" fmla="*/ 2067988 h 2253052"/>
                      <a:gd name="csX6" fmla="*/ 1892673 w 2315347"/>
                      <a:gd name="csY6" fmla="*/ 2253052 h 2253052"/>
                      <a:gd name="csX7" fmla="*/ 185064 w 2315347"/>
                      <a:gd name="csY7" fmla="*/ 2253052 h 2253052"/>
                      <a:gd name="csX8" fmla="*/ 0 w 2315347"/>
                      <a:gd name="csY8" fmla="*/ 2067988 h 2253052"/>
                      <a:gd name="csX9" fmla="*/ 0 w 2315347"/>
                      <a:gd name="csY9" fmla="*/ 185064 h 2253052"/>
                      <a:gd name="csX0" fmla="*/ 0 w 2293961"/>
                      <a:gd name="csY0" fmla="*/ 185064 h 2253052"/>
                      <a:gd name="csX1" fmla="*/ 185064 w 2293961"/>
                      <a:gd name="csY1" fmla="*/ 0 h 2253052"/>
                      <a:gd name="csX2" fmla="*/ 1892673 w 2293961"/>
                      <a:gd name="csY2" fmla="*/ 0 h 2253052"/>
                      <a:gd name="csX3" fmla="*/ 2077737 w 2293961"/>
                      <a:gd name="csY3" fmla="*/ 185064 h 2253052"/>
                      <a:gd name="csX4" fmla="*/ 2293418 w 2293961"/>
                      <a:gd name="csY4" fmla="*/ 1136395 h 2253052"/>
                      <a:gd name="csX5" fmla="*/ 2077737 w 2293961"/>
                      <a:gd name="csY5" fmla="*/ 2067988 h 2253052"/>
                      <a:gd name="csX6" fmla="*/ 1892673 w 2293961"/>
                      <a:gd name="csY6" fmla="*/ 2253052 h 2253052"/>
                      <a:gd name="csX7" fmla="*/ 185064 w 2293961"/>
                      <a:gd name="csY7" fmla="*/ 2253052 h 2253052"/>
                      <a:gd name="csX8" fmla="*/ 0 w 2293961"/>
                      <a:gd name="csY8" fmla="*/ 2067988 h 2253052"/>
                      <a:gd name="csX9" fmla="*/ 0 w 2293961"/>
                      <a:gd name="csY9" fmla="*/ 185064 h 2253052"/>
                      <a:gd name="csX0" fmla="*/ 0 w 2296077"/>
                      <a:gd name="csY0" fmla="*/ 185064 h 2253052"/>
                      <a:gd name="csX1" fmla="*/ 185064 w 2296077"/>
                      <a:gd name="csY1" fmla="*/ 0 h 2253052"/>
                      <a:gd name="csX2" fmla="*/ 1892673 w 2296077"/>
                      <a:gd name="csY2" fmla="*/ 0 h 2253052"/>
                      <a:gd name="csX3" fmla="*/ 2077737 w 2296077"/>
                      <a:gd name="csY3" fmla="*/ 185064 h 2253052"/>
                      <a:gd name="csX4" fmla="*/ 2293418 w 2296077"/>
                      <a:gd name="csY4" fmla="*/ 1136395 h 2253052"/>
                      <a:gd name="csX5" fmla="*/ 1892673 w 2296077"/>
                      <a:gd name="csY5" fmla="*/ 2253052 h 2253052"/>
                      <a:gd name="csX6" fmla="*/ 185064 w 2296077"/>
                      <a:gd name="csY6" fmla="*/ 2253052 h 2253052"/>
                      <a:gd name="csX7" fmla="*/ 0 w 2296077"/>
                      <a:gd name="csY7" fmla="*/ 2067988 h 2253052"/>
                      <a:gd name="csX8" fmla="*/ 0 w 2296077"/>
                      <a:gd name="csY8" fmla="*/ 185064 h 2253052"/>
                      <a:gd name="csX0" fmla="*/ 0 w 2293418"/>
                      <a:gd name="csY0" fmla="*/ 185064 h 2253052"/>
                      <a:gd name="csX1" fmla="*/ 185064 w 2293418"/>
                      <a:gd name="csY1" fmla="*/ 0 h 2253052"/>
                      <a:gd name="csX2" fmla="*/ 1892673 w 2293418"/>
                      <a:gd name="csY2" fmla="*/ 0 h 2253052"/>
                      <a:gd name="csX3" fmla="*/ 2293418 w 2293418"/>
                      <a:gd name="csY3" fmla="*/ 1136395 h 2253052"/>
                      <a:gd name="csX4" fmla="*/ 1892673 w 2293418"/>
                      <a:gd name="csY4" fmla="*/ 2253052 h 2253052"/>
                      <a:gd name="csX5" fmla="*/ 185064 w 2293418"/>
                      <a:gd name="csY5" fmla="*/ 2253052 h 2253052"/>
                      <a:gd name="csX6" fmla="*/ 0 w 2293418"/>
                      <a:gd name="csY6" fmla="*/ 2067988 h 2253052"/>
                      <a:gd name="csX7" fmla="*/ 0 w 2293418"/>
                      <a:gd name="csY7" fmla="*/ 185064 h 2253052"/>
                      <a:gd name="csX0" fmla="*/ 0 w 2316707"/>
                      <a:gd name="csY0" fmla="*/ 185064 h 2253052"/>
                      <a:gd name="csX1" fmla="*/ 185064 w 2316707"/>
                      <a:gd name="csY1" fmla="*/ 0 h 2253052"/>
                      <a:gd name="csX2" fmla="*/ 1892673 w 2316707"/>
                      <a:gd name="csY2" fmla="*/ 0 h 2253052"/>
                      <a:gd name="csX3" fmla="*/ 2293418 w 2316707"/>
                      <a:gd name="csY3" fmla="*/ 1136395 h 2253052"/>
                      <a:gd name="csX4" fmla="*/ 1892673 w 2316707"/>
                      <a:gd name="csY4" fmla="*/ 2253052 h 2253052"/>
                      <a:gd name="csX5" fmla="*/ 185064 w 2316707"/>
                      <a:gd name="csY5" fmla="*/ 2253052 h 2253052"/>
                      <a:gd name="csX6" fmla="*/ 0 w 2316707"/>
                      <a:gd name="csY6" fmla="*/ 2067988 h 2253052"/>
                      <a:gd name="csX7" fmla="*/ 0 w 2316707"/>
                      <a:gd name="csY7" fmla="*/ 185064 h 2253052"/>
                      <a:gd name="csX0" fmla="*/ 0 w 2293418"/>
                      <a:gd name="csY0" fmla="*/ 185064 h 2253052"/>
                      <a:gd name="csX1" fmla="*/ 185064 w 2293418"/>
                      <a:gd name="csY1" fmla="*/ 0 h 2253052"/>
                      <a:gd name="csX2" fmla="*/ 1892673 w 2293418"/>
                      <a:gd name="csY2" fmla="*/ 0 h 2253052"/>
                      <a:gd name="csX3" fmla="*/ 2293418 w 2293418"/>
                      <a:gd name="csY3" fmla="*/ 1136395 h 2253052"/>
                      <a:gd name="csX4" fmla="*/ 1892673 w 2293418"/>
                      <a:gd name="csY4" fmla="*/ 2253052 h 2253052"/>
                      <a:gd name="csX5" fmla="*/ 185064 w 2293418"/>
                      <a:gd name="csY5" fmla="*/ 2253052 h 2253052"/>
                      <a:gd name="csX6" fmla="*/ 0 w 2293418"/>
                      <a:gd name="csY6" fmla="*/ 2067988 h 2253052"/>
                      <a:gd name="csX7" fmla="*/ 0 w 2293418"/>
                      <a:gd name="csY7" fmla="*/ 185064 h 2253052"/>
                      <a:gd name="csX0" fmla="*/ 0 w 2303157"/>
                      <a:gd name="csY0" fmla="*/ 185064 h 2253052"/>
                      <a:gd name="csX1" fmla="*/ 185064 w 2303157"/>
                      <a:gd name="csY1" fmla="*/ 0 h 2253052"/>
                      <a:gd name="csX2" fmla="*/ 1892673 w 2303157"/>
                      <a:gd name="csY2" fmla="*/ 0 h 2253052"/>
                      <a:gd name="csX3" fmla="*/ 2293418 w 2303157"/>
                      <a:gd name="csY3" fmla="*/ 1136395 h 2253052"/>
                      <a:gd name="csX4" fmla="*/ 1892673 w 2303157"/>
                      <a:gd name="csY4" fmla="*/ 2253052 h 2253052"/>
                      <a:gd name="csX5" fmla="*/ 185064 w 2303157"/>
                      <a:gd name="csY5" fmla="*/ 2253052 h 2253052"/>
                      <a:gd name="csX6" fmla="*/ 0 w 2303157"/>
                      <a:gd name="csY6" fmla="*/ 2067988 h 2253052"/>
                      <a:gd name="csX7" fmla="*/ 0 w 2303157"/>
                      <a:gd name="csY7" fmla="*/ 185064 h 2253052"/>
                      <a:gd name="csX0" fmla="*/ 0 w 2293418"/>
                      <a:gd name="csY0" fmla="*/ 185064 h 2254110"/>
                      <a:gd name="csX1" fmla="*/ 185064 w 2293418"/>
                      <a:gd name="csY1" fmla="*/ 0 h 2254110"/>
                      <a:gd name="csX2" fmla="*/ 1892673 w 2293418"/>
                      <a:gd name="csY2" fmla="*/ 0 h 2254110"/>
                      <a:gd name="csX3" fmla="*/ 2293418 w 2293418"/>
                      <a:gd name="csY3" fmla="*/ 1136395 h 2254110"/>
                      <a:gd name="csX4" fmla="*/ 1892673 w 2293418"/>
                      <a:gd name="csY4" fmla="*/ 2253052 h 2254110"/>
                      <a:gd name="csX5" fmla="*/ 185064 w 2293418"/>
                      <a:gd name="csY5" fmla="*/ 2253052 h 2254110"/>
                      <a:gd name="csX6" fmla="*/ 0 w 2293418"/>
                      <a:gd name="csY6" fmla="*/ 2067988 h 2254110"/>
                      <a:gd name="csX7" fmla="*/ 0 w 2293418"/>
                      <a:gd name="csY7" fmla="*/ 185064 h 225411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2293418" h="2254110">
                        <a:moveTo>
                          <a:pt x="0" y="185064"/>
                        </a:moveTo>
                        <a:cubicBezTo>
                          <a:pt x="0" y="82856"/>
                          <a:pt x="82856" y="0"/>
                          <a:pt x="185064" y="0"/>
                        </a:cubicBezTo>
                        <a:lnTo>
                          <a:pt x="1892673" y="0"/>
                        </a:lnTo>
                        <a:cubicBezTo>
                          <a:pt x="2080876" y="4762"/>
                          <a:pt x="2293418" y="760886"/>
                          <a:pt x="2293418" y="1136395"/>
                        </a:cubicBezTo>
                        <a:cubicBezTo>
                          <a:pt x="2262574" y="1481060"/>
                          <a:pt x="2073732" y="2250671"/>
                          <a:pt x="1892673" y="2253052"/>
                        </a:cubicBezTo>
                        <a:cubicBezTo>
                          <a:pt x="1711614" y="2255433"/>
                          <a:pt x="754267" y="2253052"/>
                          <a:pt x="185064" y="2253052"/>
                        </a:cubicBezTo>
                        <a:cubicBezTo>
                          <a:pt x="82856" y="2253052"/>
                          <a:pt x="0" y="2170196"/>
                          <a:pt x="0" y="2067988"/>
                        </a:cubicBezTo>
                        <a:lnTo>
                          <a:pt x="0" y="185064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/>
                  </a:p>
                </p:txBody>
              </p:sp>
              <p:sp>
                <p:nvSpPr>
                  <p:cNvPr id="171" name="Rectangle: Rounded Corners 170">
                    <a:extLst>
                      <a:ext uri="{FF2B5EF4-FFF2-40B4-BE49-F238E27FC236}">
                        <a16:creationId xmlns:a16="http://schemas.microsoft.com/office/drawing/2014/main" id="{DE4E2D43-8C24-57C4-55B2-4064B86AF743}"/>
                      </a:ext>
                    </a:extLst>
                  </p:cNvPr>
                  <p:cNvSpPr/>
                  <p:nvPr/>
                </p:nvSpPr>
                <p:spPr>
                  <a:xfrm>
                    <a:off x="3004592" y="519486"/>
                    <a:ext cx="2570419" cy="2712643"/>
                  </a:xfrm>
                  <a:custGeom>
                    <a:avLst/>
                    <a:gdLst>
                      <a:gd name="csX0" fmla="*/ 0 w 2464169"/>
                      <a:gd name="csY0" fmla="*/ 219484 h 2595994"/>
                      <a:gd name="csX1" fmla="*/ 219484 w 2464169"/>
                      <a:gd name="csY1" fmla="*/ 0 h 2595994"/>
                      <a:gd name="csX2" fmla="*/ 2244685 w 2464169"/>
                      <a:gd name="csY2" fmla="*/ 0 h 2595994"/>
                      <a:gd name="csX3" fmla="*/ 2464169 w 2464169"/>
                      <a:gd name="csY3" fmla="*/ 219484 h 2595994"/>
                      <a:gd name="csX4" fmla="*/ 2464169 w 2464169"/>
                      <a:gd name="csY4" fmla="*/ 2376510 h 2595994"/>
                      <a:gd name="csX5" fmla="*/ 2244685 w 2464169"/>
                      <a:gd name="csY5" fmla="*/ 2595994 h 2595994"/>
                      <a:gd name="csX6" fmla="*/ 219484 w 2464169"/>
                      <a:gd name="csY6" fmla="*/ 2595994 h 2595994"/>
                      <a:gd name="csX7" fmla="*/ 0 w 2464169"/>
                      <a:gd name="csY7" fmla="*/ 2376510 h 2595994"/>
                      <a:gd name="csX8" fmla="*/ 0 w 2464169"/>
                      <a:gd name="csY8" fmla="*/ 219484 h 2595994"/>
                      <a:gd name="csX0" fmla="*/ 0 w 2464169"/>
                      <a:gd name="csY0" fmla="*/ 219484 h 2595994"/>
                      <a:gd name="csX1" fmla="*/ 219484 w 2464169"/>
                      <a:gd name="csY1" fmla="*/ 0 h 2595994"/>
                      <a:gd name="csX2" fmla="*/ 2244685 w 2464169"/>
                      <a:gd name="csY2" fmla="*/ 0 h 2595994"/>
                      <a:gd name="csX3" fmla="*/ 2464169 w 2464169"/>
                      <a:gd name="csY3" fmla="*/ 219484 h 2595994"/>
                      <a:gd name="csX4" fmla="*/ 2459162 w 2464169"/>
                      <a:gd name="csY4" fmla="*/ 1151433 h 2595994"/>
                      <a:gd name="csX5" fmla="*/ 2464169 w 2464169"/>
                      <a:gd name="csY5" fmla="*/ 2376510 h 2595994"/>
                      <a:gd name="csX6" fmla="*/ 2244685 w 2464169"/>
                      <a:gd name="csY6" fmla="*/ 2595994 h 2595994"/>
                      <a:gd name="csX7" fmla="*/ 219484 w 2464169"/>
                      <a:gd name="csY7" fmla="*/ 2595994 h 2595994"/>
                      <a:gd name="csX8" fmla="*/ 0 w 2464169"/>
                      <a:gd name="csY8" fmla="*/ 2376510 h 2595994"/>
                      <a:gd name="csX9" fmla="*/ 0 w 2464169"/>
                      <a:gd name="csY9" fmla="*/ 219484 h 2595994"/>
                      <a:gd name="csX0" fmla="*/ 0 w 2559175"/>
                      <a:gd name="csY0" fmla="*/ 219484 h 2595994"/>
                      <a:gd name="csX1" fmla="*/ 219484 w 2559175"/>
                      <a:gd name="csY1" fmla="*/ 0 h 2595994"/>
                      <a:gd name="csX2" fmla="*/ 2244685 w 2559175"/>
                      <a:gd name="csY2" fmla="*/ 0 h 2595994"/>
                      <a:gd name="csX3" fmla="*/ 2464169 w 2559175"/>
                      <a:gd name="csY3" fmla="*/ 219484 h 2595994"/>
                      <a:gd name="csX4" fmla="*/ 2559175 w 2559175"/>
                      <a:gd name="csY4" fmla="*/ 1341933 h 2595994"/>
                      <a:gd name="csX5" fmla="*/ 2464169 w 2559175"/>
                      <a:gd name="csY5" fmla="*/ 2376510 h 2595994"/>
                      <a:gd name="csX6" fmla="*/ 2244685 w 2559175"/>
                      <a:gd name="csY6" fmla="*/ 2595994 h 2595994"/>
                      <a:gd name="csX7" fmla="*/ 219484 w 2559175"/>
                      <a:gd name="csY7" fmla="*/ 2595994 h 2595994"/>
                      <a:gd name="csX8" fmla="*/ 0 w 2559175"/>
                      <a:gd name="csY8" fmla="*/ 2376510 h 2595994"/>
                      <a:gd name="csX9" fmla="*/ 0 w 2559175"/>
                      <a:gd name="csY9" fmla="*/ 219484 h 25959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2559175" h="2595994">
                        <a:moveTo>
                          <a:pt x="0" y="219484"/>
                        </a:moveTo>
                        <a:cubicBezTo>
                          <a:pt x="0" y="98266"/>
                          <a:pt x="98266" y="0"/>
                          <a:pt x="219484" y="0"/>
                        </a:cubicBezTo>
                        <a:lnTo>
                          <a:pt x="2244685" y="0"/>
                        </a:lnTo>
                        <a:cubicBezTo>
                          <a:pt x="2365903" y="0"/>
                          <a:pt x="2464169" y="98266"/>
                          <a:pt x="2464169" y="219484"/>
                        </a:cubicBezTo>
                        <a:lnTo>
                          <a:pt x="2559175" y="1341933"/>
                        </a:lnTo>
                        <a:lnTo>
                          <a:pt x="2464169" y="2376510"/>
                        </a:lnTo>
                        <a:cubicBezTo>
                          <a:pt x="2464169" y="2497728"/>
                          <a:pt x="2365903" y="2595994"/>
                          <a:pt x="2244685" y="2595994"/>
                        </a:cubicBezTo>
                        <a:lnTo>
                          <a:pt x="219484" y="2595994"/>
                        </a:lnTo>
                        <a:cubicBezTo>
                          <a:pt x="98266" y="2595994"/>
                          <a:pt x="0" y="2497728"/>
                          <a:pt x="0" y="2376510"/>
                        </a:cubicBezTo>
                        <a:lnTo>
                          <a:pt x="0" y="219484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/>
                  </a:p>
                </p:txBody>
              </p:sp>
              <p:sp>
                <p:nvSpPr>
                  <p:cNvPr id="172" name="Rectangle: Rounded Corners 171">
                    <a:extLst>
                      <a:ext uri="{FF2B5EF4-FFF2-40B4-BE49-F238E27FC236}">
                        <a16:creationId xmlns:a16="http://schemas.microsoft.com/office/drawing/2014/main" id="{B6D3AC9E-CA19-E5BF-0056-23ECBF223748}"/>
                      </a:ext>
                    </a:extLst>
                  </p:cNvPr>
                  <p:cNvSpPr/>
                  <p:nvPr/>
                </p:nvSpPr>
                <p:spPr>
                  <a:xfrm>
                    <a:off x="2803960" y="293084"/>
                    <a:ext cx="2884813" cy="3167006"/>
                  </a:xfrm>
                  <a:custGeom>
                    <a:avLst/>
                    <a:gdLst>
                      <a:gd name="csX0" fmla="*/ 0 w 2939485"/>
                      <a:gd name="csY0" fmla="*/ 261820 h 3167006"/>
                      <a:gd name="csX1" fmla="*/ 261820 w 2939485"/>
                      <a:gd name="csY1" fmla="*/ 0 h 3167006"/>
                      <a:gd name="csX2" fmla="*/ 2677665 w 2939485"/>
                      <a:gd name="csY2" fmla="*/ 0 h 3167006"/>
                      <a:gd name="csX3" fmla="*/ 2939485 w 2939485"/>
                      <a:gd name="csY3" fmla="*/ 261820 h 3167006"/>
                      <a:gd name="csX4" fmla="*/ 2939485 w 2939485"/>
                      <a:gd name="csY4" fmla="*/ 2905186 h 3167006"/>
                      <a:gd name="csX5" fmla="*/ 2677665 w 2939485"/>
                      <a:gd name="csY5" fmla="*/ 3167006 h 3167006"/>
                      <a:gd name="csX6" fmla="*/ 261820 w 2939485"/>
                      <a:gd name="csY6" fmla="*/ 3167006 h 3167006"/>
                      <a:gd name="csX7" fmla="*/ 0 w 2939485"/>
                      <a:gd name="csY7" fmla="*/ 2905186 h 3167006"/>
                      <a:gd name="csX8" fmla="*/ 0 w 2939485"/>
                      <a:gd name="csY8" fmla="*/ 261820 h 3167006"/>
                      <a:gd name="csX0" fmla="*/ 0 w 2940022"/>
                      <a:gd name="csY0" fmla="*/ 261820 h 3167006"/>
                      <a:gd name="csX1" fmla="*/ 261820 w 2940022"/>
                      <a:gd name="csY1" fmla="*/ 0 h 3167006"/>
                      <a:gd name="csX2" fmla="*/ 2677665 w 2940022"/>
                      <a:gd name="csY2" fmla="*/ 0 h 3167006"/>
                      <a:gd name="csX3" fmla="*/ 2939485 w 2940022"/>
                      <a:gd name="csY3" fmla="*/ 261820 h 3167006"/>
                      <a:gd name="csX4" fmla="*/ 2940022 w 2940022"/>
                      <a:gd name="csY4" fmla="*/ 1505155 h 3167006"/>
                      <a:gd name="csX5" fmla="*/ 2939485 w 2940022"/>
                      <a:gd name="csY5" fmla="*/ 2905186 h 3167006"/>
                      <a:gd name="csX6" fmla="*/ 2677665 w 2940022"/>
                      <a:gd name="csY6" fmla="*/ 3167006 h 3167006"/>
                      <a:gd name="csX7" fmla="*/ 261820 w 2940022"/>
                      <a:gd name="csY7" fmla="*/ 3167006 h 3167006"/>
                      <a:gd name="csX8" fmla="*/ 0 w 2940022"/>
                      <a:gd name="csY8" fmla="*/ 2905186 h 3167006"/>
                      <a:gd name="csX9" fmla="*/ 0 w 2940022"/>
                      <a:gd name="csY9" fmla="*/ 261820 h 3167006"/>
                      <a:gd name="csX0" fmla="*/ 0 w 2939485"/>
                      <a:gd name="csY0" fmla="*/ 261820 h 3167006"/>
                      <a:gd name="csX1" fmla="*/ 261820 w 2939485"/>
                      <a:gd name="csY1" fmla="*/ 0 h 3167006"/>
                      <a:gd name="csX2" fmla="*/ 2677665 w 2939485"/>
                      <a:gd name="csY2" fmla="*/ 0 h 3167006"/>
                      <a:gd name="csX3" fmla="*/ 2939485 w 2939485"/>
                      <a:gd name="csY3" fmla="*/ 261820 h 3167006"/>
                      <a:gd name="csX4" fmla="*/ 2882872 w 2939485"/>
                      <a:gd name="csY4" fmla="*/ 1590880 h 3167006"/>
                      <a:gd name="csX5" fmla="*/ 2939485 w 2939485"/>
                      <a:gd name="csY5" fmla="*/ 2905186 h 3167006"/>
                      <a:gd name="csX6" fmla="*/ 2677665 w 2939485"/>
                      <a:gd name="csY6" fmla="*/ 3167006 h 3167006"/>
                      <a:gd name="csX7" fmla="*/ 261820 w 2939485"/>
                      <a:gd name="csY7" fmla="*/ 3167006 h 3167006"/>
                      <a:gd name="csX8" fmla="*/ 0 w 2939485"/>
                      <a:gd name="csY8" fmla="*/ 2905186 h 3167006"/>
                      <a:gd name="csX9" fmla="*/ 0 w 2939485"/>
                      <a:gd name="csY9" fmla="*/ 261820 h 31670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2939485" h="3167006">
                        <a:moveTo>
                          <a:pt x="0" y="261820"/>
                        </a:moveTo>
                        <a:cubicBezTo>
                          <a:pt x="0" y="117221"/>
                          <a:pt x="117221" y="0"/>
                          <a:pt x="261820" y="0"/>
                        </a:cubicBezTo>
                        <a:lnTo>
                          <a:pt x="2677665" y="0"/>
                        </a:lnTo>
                        <a:cubicBezTo>
                          <a:pt x="2822264" y="0"/>
                          <a:pt x="2939485" y="117221"/>
                          <a:pt x="2939485" y="261820"/>
                        </a:cubicBezTo>
                        <a:lnTo>
                          <a:pt x="2882872" y="1590880"/>
                        </a:lnTo>
                        <a:lnTo>
                          <a:pt x="2939485" y="2905186"/>
                        </a:lnTo>
                        <a:cubicBezTo>
                          <a:pt x="2939485" y="3049785"/>
                          <a:pt x="2822264" y="3167006"/>
                          <a:pt x="2677665" y="3167006"/>
                        </a:cubicBezTo>
                        <a:lnTo>
                          <a:pt x="261820" y="3167006"/>
                        </a:lnTo>
                        <a:cubicBezTo>
                          <a:pt x="117221" y="3167006"/>
                          <a:pt x="0" y="3049785"/>
                          <a:pt x="0" y="2905186"/>
                        </a:cubicBezTo>
                        <a:lnTo>
                          <a:pt x="0" y="26182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/>
                  </a:p>
                </p:txBody>
              </p:sp>
              <p:sp>
                <p:nvSpPr>
                  <p:cNvPr id="173" name="Rectangle: Rounded Corners 172">
                    <a:extLst>
                      <a:ext uri="{FF2B5EF4-FFF2-40B4-BE49-F238E27FC236}">
                        <a16:creationId xmlns:a16="http://schemas.microsoft.com/office/drawing/2014/main" id="{029F6337-E930-59F1-B32D-D483F901AC4D}"/>
                      </a:ext>
                    </a:extLst>
                  </p:cNvPr>
                  <p:cNvSpPr/>
                  <p:nvPr/>
                </p:nvSpPr>
                <p:spPr>
                  <a:xfrm>
                    <a:off x="2607697" y="140533"/>
                    <a:ext cx="3222668" cy="3523375"/>
                  </a:xfrm>
                  <a:custGeom>
                    <a:avLst/>
                    <a:gdLst>
                      <a:gd name="csX0" fmla="*/ 0 w 3222668"/>
                      <a:gd name="csY0" fmla="*/ 287043 h 3523375"/>
                      <a:gd name="csX1" fmla="*/ 287043 w 3222668"/>
                      <a:gd name="csY1" fmla="*/ 0 h 3523375"/>
                      <a:gd name="csX2" fmla="*/ 2935625 w 3222668"/>
                      <a:gd name="csY2" fmla="*/ 0 h 3523375"/>
                      <a:gd name="csX3" fmla="*/ 3222668 w 3222668"/>
                      <a:gd name="csY3" fmla="*/ 287043 h 3523375"/>
                      <a:gd name="csX4" fmla="*/ 3222668 w 3222668"/>
                      <a:gd name="csY4" fmla="*/ 3236332 h 3523375"/>
                      <a:gd name="csX5" fmla="*/ 2935625 w 3222668"/>
                      <a:gd name="csY5" fmla="*/ 3523375 h 3523375"/>
                      <a:gd name="csX6" fmla="*/ 287043 w 3222668"/>
                      <a:gd name="csY6" fmla="*/ 3523375 h 3523375"/>
                      <a:gd name="csX7" fmla="*/ 0 w 3222668"/>
                      <a:gd name="csY7" fmla="*/ 3236332 h 3523375"/>
                      <a:gd name="csX8" fmla="*/ 0 w 3222668"/>
                      <a:gd name="csY8" fmla="*/ 287043 h 3523375"/>
                      <a:gd name="csX0" fmla="*/ 0 w 3222668"/>
                      <a:gd name="csY0" fmla="*/ 287043 h 3523375"/>
                      <a:gd name="csX1" fmla="*/ 287043 w 3222668"/>
                      <a:gd name="csY1" fmla="*/ 0 h 3523375"/>
                      <a:gd name="csX2" fmla="*/ 2935625 w 3222668"/>
                      <a:gd name="csY2" fmla="*/ 0 h 3523375"/>
                      <a:gd name="csX3" fmla="*/ 3222668 w 3222668"/>
                      <a:gd name="csY3" fmla="*/ 287043 h 3523375"/>
                      <a:gd name="csX4" fmla="*/ 3219726 w 3222668"/>
                      <a:gd name="csY4" fmla="*/ 1814869 h 3523375"/>
                      <a:gd name="csX5" fmla="*/ 3222668 w 3222668"/>
                      <a:gd name="csY5" fmla="*/ 3236332 h 3523375"/>
                      <a:gd name="csX6" fmla="*/ 2935625 w 3222668"/>
                      <a:gd name="csY6" fmla="*/ 3523375 h 3523375"/>
                      <a:gd name="csX7" fmla="*/ 287043 w 3222668"/>
                      <a:gd name="csY7" fmla="*/ 3523375 h 3523375"/>
                      <a:gd name="csX8" fmla="*/ 0 w 3222668"/>
                      <a:gd name="csY8" fmla="*/ 3236332 h 3523375"/>
                      <a:gd name="csX9" fmla="*/ 0 w 3222668"/>
                      <a:gd name="csY9" fmla="*/ 287043 h 3523375"/>
                      <a:gd name="csX0" fmla="*/ 0 w 3222668"/>
                      <a:gd name="csY0" fmla="*/ 287043 h 3523375"/>
                      <a:gd name="csX1" fmla="*/ 287043 w 3222668"/>
                      <a:gd name="csY1" fmla="*/ 0 h 3523375"/>
                      <a:gd name="csX2" fmla="*/ 2935625 w 3222668"/>
                      <a:gd name="csY2" fmla="*/ 0 h 3523375"/>
                      <a:gd name="csX3" fmla="*/ 3222668 w 3222668"/>
                      <a:gd name="csY3" fmla="*/ 287043 h 3523375"/>
                      <a:gd name="csX4" fmla="*/ 3067326 w 3222668"/>
                      <a:gd name="csY4" fmla="*/ 1757719 h 3523375"/>
                      <a:gd name="csX5" fmla="*/ 3222668 w 3222668"/>
                      <a:gd name="csY5" fmla="*/ 3236332 h 3523375"/>
                      <a:gd name="csX6" fmla="*/ 2935625 w 3222668"/>
                      <a:gd name="csY6" fmla="*/ 3523375 h 3523375"/>
                      <a:gd name="csX7" fmla="*/ 287043 w 3222668"/>
                      <a:gd name="csY7" fmla="*/ 3523375 h 3523375"/>
                      <a:gd name="csX8" fmla="*/ 0 w 3222668"/>
                      <a:gd name="csY8" fmla="*/ 3236332 h 3523375"/>
                      <a:gd name="csX9" fmla="*/ 0 w 3222668"/>
                      <a:gd name="csY9" fmla="*/ 287043 h 35233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3222668" h="3523375">
                        <a:moveTo>
                          <a:pt x="0" y="287043"/>
                        </a:moveTo>
                        <a:cubicBezTo>
                          <a:pt x="0" y="128514"/>
                          <a:pt x="128514" y="0"/>
                          <a:pt x="287043" y="0"/>
                        </a:cubicBezTo>
                        <a:lnTo>
                          <a:pt x="2935625" y="0"/>
                        </a:lnTo>
                        <a:cubicBezTo>
                          <a:pt x="3094154" y="0"/>
                          <a:pt x="3222668" y="128514"/>
                          <a:pt x="3222668" y="287043"/>
                        </a:cubicBezTo>
                        <a:cubicBezTo>
                          <a:pt x="3221687" y="796318"/>
                          <a:pt x="3068307" y="1248444"/>
                          <a:pt x="3067326" y="1757719"/>
                        </a:cubicBezTo>
                        <a:cubicBezTo>
                          <a:pt x="3068307" y="2231540"/>
                          <a:pt x="3221687" y="2762511"/>
                          <a:pt x="3222668" y="3236332"/>
                        </a:cubicBezTo>
                        <a:cubicBezTo>
                          <a:pt x="3222668" y="3394861"/>
                          <a:pt x="3094154" y="3523375"/>
                          <a:pt x="2935625" y="3523375"/>
                        </a:cubicBezTo>
                        <a:lnTo>
                          <a:pt x="287043" y="3523375"/>
                        </a:lnTo>
                        <a:cubicBezTo>
                          <a:pt x="128514" y="3523375"/>
                          <a:pt x="0" y="3394861"/>
                          <a:pt x="0" y="3236332"/>
                        </a:cubicBezTo>
                        <a:lnTo>
                          <a:pt x="0" y="287043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/>
                  </a:p>
                </p:txBody>
              </p:sp>
            </p:grp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26B2872C-F13A-FA08-18BC-5BF0582E9813}"/>
                    </a:ext>
                  </a:extLst>
                </p:cNvPr>
                <p:cNvSpPr/>
                <p:nvPr/>
              </p:nvSpPr>
              <p:spPr>
                <a:xfrm>
                  <a:off x="4346829" y="3271944"/>
                  <a:ext cx="303958" cy="29435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7E952782-9399-2229-6742-AC671E81A4A3}"/>
                  </a:ext>
                </a:extLst>
              </p:cNvPr>
              <p:cNvGrpSpPr/>
              <p:nvPr/>
            </p:nvGrpSpPr>
            <p:grpSpPr>
              <a:xfrm>
                <a:off x="3326697" y="6688679"/>
                <a:ext cx="77788" cy="700820"/>
                <a:chOff x="3326697" y="6688679"/>
                <a:chExt cx="77788" cy="700820"/>
              </a:xfrm>
            </p:grpSpPr>
            <p:sp>
              <p:nvSpPr>
                <p:cNvPr id="177" name="Isosceles Triangle 176">
                  <a:extLst>
                    <a:ext uri="{FF2B5EF4-FFF2-40B4-BE49-F238E27FC236}">
                      <a16:creationId xmlns:a16="http://schemas.microsoft.com/office/drawing/2014/main" id="{EB8A4C06-691F-BFDA-E29B-0FB7AE192613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6688728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78" name="Isosceles Triangle 177">
                  <a:extLst>
                    <a:ext uri="{FF2B5EF4-FFF2-40B4-BE49-F238E27FC236}">
                      <a16:creationId xmlns:a16="http://schemas.microsoft.com/office/drawing/2014/main" id="{FE832A1F-E262-DE21-B321-28CECA6917E6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6840236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79" name="Isosceles Triangle 178">
                  <a:extLst>
                    <a:ext uri="{FF2B5EF4-FFF2-40B4-BE49-F238E27FC236}">
                      <a16:creationId xmlns:a16="http://schemas.microsoft.com/office/drawing/2014/main" id="{8F5637AA-4F88-1199-3C92-8546D9ADD6C3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7070130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80" name="Isosceles Triangle 179">
                  <a:extLst>
                    <a:ext uri="{FF2B5EF4-FFF2-40B4-BE49-F238E27FC236}">
                      <a16:creationId xmlns:a16="http://schemas.microsoft.com/office/drawing/2014/main" id="{AA91EADE-CABA-F174-2490-1274CDEB854F}"/>
                    </a:ext>
                  </a:extLst>
                </p:cNvPr>
                <p:cNvSpPr/>
                <p:nvPr/>
              </p:nvSpPr>
              <p:spPr>
                <a:xfrm rot="16200000" flipH="1">
                  <a:off x="3326649" y="7311662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C28CC579-CF4A-C934-F3B3-6E4792DD83BE}"/>
                  </a:ext>
                </a:extLst>
              </p:cNvPr>
              <p:cNvGrpSpPr/>
              <p:nvPr/>
            </p:nvGrpSpPr>
            <p:grpSpPr>
              <a:xfrm rot="16200000">
                <a:off x="2069319" y="8184166"/>
                <a:ext cx="77788" cy="691295"/>
                <a:chOff x="3326697" y="6698204"/>
                <a:chExt cx="77788" cy="691295"/>
              </a:xfrm>
            </p:grpSpPr>
            <p:sp>
              <p:nvSpPr>
                <p:cNvPr id="183" name="Isosceles Triangle 182">
                  <a:extLst>
                    <a:ext uri="{FF2B5EF4-FFF2-40B4-BE49-F238E27FC236}">
                      <a16:creationId xmlns:a16="http://schemas.microsoft.com/office/drawing/2014/main" id="{2D0E8EE0-E9B6-B103-B778-C19480E7A364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6698253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84" name="Isosceles Triangle 183">
                  <a:extLst>
                    <a:ext uri="{FF2B5EF4-FFF2-40B4-BE49-F238E27FC236}">
                      <a16:creationId xmlns:a16="http://schemas.microsoft.com/office/drawing/2014/main" id="{DE52016B-C564-72AD-44EE-6C9828290683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6897389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85" name="Isosceles Triangle 184">
                  <a:extLst>
                    <a:ext uri="{FF2B5EF4-FFF2-40B4-BE49-F238E27FC236}">
                      <a16:creationId xmlns:a16="http://schemas.microsoft.com/office/drawing/2014/main" id="{E346EC0A-2EB9-CD0B-46A6-4F377CFE8377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7100296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86" name="Isosceles Triangle 185">
                  <a:extLst>
                    <a:ext uri="{FF2B5EF4-FFF2-40B4-BE49-F238E27FC236}">
                      <a16:creationId xmlns:a16="http://schemas.microsoft.com/office/drawing/2014/main" id="{544AE27B-470A-F18C-D3D4-25C6393611B6}"/>
                    </a:ext>
                  </a:extLst>
                </p:cNvPr>
                <p:cNvSpPr/>
                <p:nvPr/>
              </p:nvSpPr>
              <p:spPr>
                <a:xfrm rot="16200000" flipH="1">
                  <a:off x="3326649" y="7311662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993AE16A-CAA1-C540-3E70-F6F8479B28B1}"/>
                  </a:ext>
                </a:extLst>
              </p:cNvPr>
              <p:cNvGrpSpPr/>
              <p:nvPr/>
            </p:nvGrpSpPr>
            <p:grpSpPr>
              <a:xfrm rot="10800000">
                <a:off x="3451554" y="9559847"/>
                <a:ext cx="77788" cy="735745"/>
                <a:chOff x="3326697" y="6653754"/>
                <a:chExt cx="77788" cy="735745"/>
              </a:xfrm>
            </p:grpSpPr>
            <p:sp>
              <p:nvSpPr>
                <p:cNvPr id="188" name="Isosceles Triangle 187">
                  <a:extLst>
                    <a:ext uri="{FF2B5EF4-FFF2-40B4-BE49-F238E27FC236}">
                      <a16:creationId xmlns:a16="http://schemas.microsoft.com/office/drawing/2014/main" id="{093B1DC5-1CFD-75FB-AED2-1315A5DAE9C3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6653803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89" name="Isosceles Triangle 188">
                  <a:extLst>
                    <a:ext uri="{FF2B5EF4-FFF2-40B4-BE49-F238E27FC236}">
                      <a16:creationId xmlns:a16="http://schemas.microsoft.com/office/drawing/2014/main" id="{EF7D4207-8FB1-1492-FCAF-A9238E998E92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6865636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90" name="Isosceles Triangle 189">
                  <a:extLst>
                    <a:ext uri="{FF2B5EF4-FFF2-40B4-BE49-F238E27FC236}">
                      <a16:creationId xmlns:a16="http://schemas.microsoft.com/office/drawing/2014/main" id="{46518C27-855D-0109-24CA-B9486727ED74}"/>
                    </a:ext>
                  </a:extLst>
                </p:cNvPr>
                <p:cNvSpPr/>
                <p:nvPr/>
              </p:nvSpPr>
              <p:spPr>
                <a:xfrm rot="16200000" flipH="1">
                  <a:off x="3326648" y="7095527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91" name="Isosceles Triangle 190">
                  <a:extLst>
                    <a:ext uri="{FF2B5EF4-FFF2-40B4-BE49-F238E27FC236}">
                      <a16:creationId xmlns:a16="http://schemas.microsoft.com/office/drawing/2014/main" id="{E86DB779-2C13-985A-9CB3-191C6D66F9AC}"/>
                    </a:ext>
                  </a:extLst>
                </p:cNvPr>
                <p:cNvSpPr/>
                <p:nvPr/>
              </p:nvSpPr>
              <p:spPr>
                <a:xfrm rot="16200000" flipH="1">
                  <a:off x="3326649" y="7311662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4B110683-C7E9-73EC-B6E6-93DA3F3B9D5A}"/>
                </a:ext>
              </a:extLst>
            </p:cNvPr>
            <p:cNvGrpSpPr/>
            <p:nvPr/>
          </p:nvGrpSpPr>
          <p:grpSpPr>
            <a:xfrm>
              <a:off x="4268943" y="3265136"/>
              <a:ext cx="479991" cy="320376"/>
              <a:chOff x="4268943" y="3265136"/>
              <a:chExt cx="479991" cy="320376"/>
            </a:xfrm>
          </p:grpSpPr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EF905A78-F952-E496-084F-909E8E2429BA}"/>
                  </a:ext>
                </a:extLst>
              </p:cNvPr>
              <p:cNvGrpSpPr/>
              <p:nvPr/>
            </p:nvGrpSpPr>
            <p:grpSpPr>
              <a:xfrm>
                <a:off x="4268943" y="3265136"/>
                <a:ext cx="175838" cy="319494"/>
                <a:chOff x="4268943" y="3265136"/>
                <a:chExt cx="175838" cy="319494"/>
              </a:xfrm>
            </p:grpSpPr>
            <p:sp>
              <p:nvSpPr>
                <p:cNvPr id="112" name="Isosceles Triangle 111">
                  <a:extLst>
                    <a:ext uri="{FF2B5EF4-FFF2-40B4-BE49-F238E27FC236}">
                      <a16:creationId xmlns:a16="http://schemas.microsoft.com/office/drawing/2014/main" id="{7EC73352-D10B-F20F-9352-DB2C0FAECE47}"/>
                    </a:ext>
                  </a:extLst>
                </p:cNvPr>
                <p:cNvSpPr/>
                <p:nvPr/>
              </p:nvSpPr>
              <p:spPr>
                <a:xfrm rot="10800000" flipH="1">
                  <a:off x="4360845" y="3378620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14" name="Isosceles Triangle 113">
                  <a:extLst>
                    <a:ext uri="{FF2B5EF4-FFF2-40B4-BE49-F238E27FC236}">
                      <a16:creationId xmlns:a16="http://schemas.microsoft.com/office/drawing/2014/main" id="{5AD21238-E117-B231-0DA3-5ED8F2FABE4F}"/>
                    </a:ext>
                  </a:extLst>
                </p:cNvPr>
                <p:cNvSpPr/>
                <p:nvPr/>
              </p:nvSpPr>
              <p:spPr>
                <a:xfrm rot="10800000" flipH="1">
                  <a:off x="4268943" y="3378621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34" name="Free-form: Shape 133">
                  <a:extLst>
                    <a:ext uri="{FF2B5EF4-FFF2-40B4-BE49-F238E27FC236}">
                      <a16:creationId xmlns:a16="http://schemas.microsoft.com/office/drawing/2014/main" id="{938EC134-DA10-1F6C-28B5-066A6E390683}"/>
                    </a:ext>
                  </a:extLst>
                </p:cNvPr>
                <p:cNvSpPr/>
                <p:nvPr/>
              </p:nvSpPr>
              <p:spPr>
                <a:xfrm>
                  <a:off x="4306572" y="3265136"/>
                  <a:ext cx="84935" cy="319494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57820 w 75600"/>
                    <a:gd name="csY0" fmla="*/ 0 h 480060"/>
                    <a:gd name="csX1" fmla="*/ 35 w 75600"/>
                    <a:gd name="csY1" fmla="*/ 215265 h 480060"/>
                    <a:gd name="csX2" fmla="*/ 75600 w 75600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 w="127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35" name="Free-form: Shape 134">
                  <a:extLst>
                    <a:ext uri="{FF2B5EF4-FFF2-40B4-BE49-F238E27FC236}">
                      <a16:creationId xmlns:a16="http://schemas.microsoft.com/office/drawing/2014/main" id="{A4365B96-0DFF-DD88-EE74-D948D8DAA553}"/>
                    </a:ext>
                  </a:extLst>
                </p:cNvPr>
                <p:cNvSpPr/>
                <p:nvPr/>
              </p:nvSpPr>
              <p:spPr>
                <a:xfrm>
                  <a:off x="4399062" y="3265136"/>
                  <a:ext cx="45719" cy="299942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35185 w 52965"/>
                    <a:gd name="csY0" fmla="*/ 0 h 480060"/>
                    <a:gd name="csX1" fmla="*/ 260 w 52965"/>
                    <a:gd name="csY1" fmla="*/ 228600 h 480060"/>
                    <a:gd name="csX2" fmla="*/ 52965 w 52965"/>
                    <a:gd name="csY2" fmla="*/ 480060 h 480060"/>
                    <a:gd name="csX0" fmla="*/ 34961 w 52741"/>
                    <a:gd name="csY0" fmla="*/ 0 h 480060"/>
                    <a:gd name="csX1" fmla="*/ 36 w 52741"/>
                    <a:gd name="csY1" fmla="*/ 228600 h 480060"/>
                    <a:gd name="csX2" fmla="*/ 52741 w 52741"/>
                    <a:gd name="csY2" fmla="*/ 480060 h 480060"/>
                    <a:gd name="csX0" fmla="*/ 48278 w 66058"/>
                    <a:gd name="csY0" fmla="*/ 0 h 480060"/>
                    <a:gd name="csX1" fmla="*/ 18 w 66058"/>
                    <a:gd name="csY1" fmla="*/ 224790 h 480060"/>
                    <a:gd name="csX2" fmla="*/ 66058 w 6605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 w="127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5AE38832-C675-7F7E-A6A5-BB75ED474127}"/>
                  </a:ext>
                </a:extLst>
              </p:cNvPr>
              <p:cNvCxnSpPr>
                <a:cxnSpLocks/>
                <a:stCxn id="175" idx="0"/>
                <a:endCxn id="175" idx="2"/>
              </p:cNvCxnSpPr>
              <p:nvPr/>
            </p:nvCxnSpPr>
            <p:spPr>
              <a:xfrm>
                <a:off x="4508736" y="3270727"/>
                <a:ext cx="0" cy="294351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C81F5DA9-1B60-4F5D-B5DE-93CD0075611B}"/>
                  </a:ext>
                </a:extLst>
              </p:cNvPr>
              <p:cNvGrpSpPr/>
              <p:nvPr/>
            </p:nvGrpSpPr>
            <p:grpSpPr>
              <a:xfrm flipH="1">
                <a:off x="4544396" y="3266018"/>
                <a:ext cx="204538" cy="319494"/>
                <a:chOff x="4273065" y="3265136"/>
                <a:chExt cx="177075" cy="319494"/>
              </a:xfrm>
            </p:grpSpPr>
            <p:sp>
              <p:nvSpPr>
                <p:cNvPr id="162" name="Isosceles Triangle 161">
                  <a:extLst>
                    <a:ext uri="{FF2B5EF4-FFF2-40B4-BE49-F238E27FC236}">
                      <a16:creationId xmlns:a16="http://schemas.microsoft.com/office/drawing/2014/main" id="{4FB87C51-3714-4CD5-C7C2-F991C0CDF915}"/>
                    </a:ext>
                  </a:extLst>
                </p:cNvPr>
                <p:cNvSpPr/>
                <p:nvPr/>
              </p:nvSpPr>
              <p:spPr>
                <a:xfrm rot="10800000" flipH="1">
                  <a:off x="4360845" y="3378620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63" name="Isosceles Triangle 162">
                  <a:extLst>
                    <a:ext uri="{FF2B5EF4-FFF2-40B4-BE49-F238E27FC236}">
                      <a16:creationId xmlns:a16="http://schemas.microsoft.com/office/drawing/2014/main" id="{2FC273BD-CDEA-0F20-EA26-66E9E446702E}"/>
                    </a:ext>
                  </a:extLst>
                </p:cNvPr>
                <p:cNvSpPr/>
                <p:nvPr/>
              </p:nvSpPr>
              <p:spPr>
                <a:xfrm rot="10800000" flipH="1">
                  <a:off x="4273065" y="3378621"/>
                  <a:ext cx="77886" cy="77787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64" name="Free-form: Shape 163">
                  <a:extLst>
                    <a:ext uri="{FF2B5EF4-FFF2-40B4-BE49-F238E27FC236}">
                      <a16:creationId xmlns:a16="http://schemas.microsoft.com/office/drawing/2014/main" id="{06CA6EAA-0E30-9A0B-E997-7BBB43EB20D4}"/>
                    </a:ext>
                  </a:extLst>
                </p:cNvPr>
                <p:cNvSpPr/>
                <p:nvPr/>
              </p:nvSpPr>
              <p:spPr>
                <a:xfrm>
                  <a:off x="4310694" y="3265136"/>
                  <a:ext cx="84935" cy="319494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57820 w 75600"/>
                    <a:gd name="csY0" fmla="*/ 0 h 480060"/>
                    <a:gd name="csX1" fmla="*/ 35 w 75600"/>
                    <a:gd name="csY1" fmla="*/ 215265 h 480060"/>
                    <a:gd name="csX2" fmla="*/ 75600 w 75600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 w="127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65" name="Free-form: Shape 164">
                  <a:extLst>
                    <a:ext uri="{FF2B5EF4-FFF2-40B4-BE49-F238E27FC236}">
                      <a16:creationId xmlns:a16="http://schemas.microsoft.com/office/drawing/2014/main" id="{FAC02533-2C68-17F5-1C62-C7389DB5137A}"/>
                    </a:ext>
                  </a:extLst>
                </p:cNvPr>
                <p:cNvSpPr/>
                <p:nvPr/>
              </p:nvSpPr>
              <p:spPr>
                <a:xfrm>
                  <a:off x="4399062" y="3265136"/>
                  <a:ext cx="51078" cy="294351"/>
                </a:xfrm>
                <a:custGeom>
                  <a:avLst/>
                  <a:gdLst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49531 w 189231"/>
                    <a:gd name="csY7" fmla="*/ 355600 h 480061"/>
                    <a:gd name="csX8" fmla="*/ 62231 w 189231"/>
                    <a:gd name="csY8" fmla="*/ 375920 h 480061"/>
                    <a:gd name="csX9" fmla="*/ 74931 w 189231"/>
                    <a:gd name="csY9" fmla="*/ 391160 h 480061"/>
                    <a:gd name="csX10" fmla="*/ 113031 w 189231"/>
                    <a:gd name="csY10" fmla="*/ 434340 h 480061"/>
                    <a:gd name="csX11" fmla="*/ 161291 w 189231"/>
                    <a:gd name="csY11" fmla="*/ 469900 h 480061"/>
                    <a:gd name="csX12" fmla="*/ 173991 w 189231"/>
                    <a:gd name="csY12" fmla="*/ 477520 h 480061"/>
                    <a:gd name="csX13" fmla="*/ 189231 w 189231"/>
                    <a:gd name="csY13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74931 w 189231"/>
                    <a:gd name="csY8" fmla="*/ 391160 h 480061"/>
                    <a:gd name="csX9" fmla="*/ 113031 w 189231"/>
                    <a:gd name="csY9" fmla="*/ 434340 h 480061"/>
                    <a:gd name="csX10" fmla="*/ 161291 w 189231"/>
                    <a:gd name="csY10" fmla="*/ 469900 h 480061"/>
                    <a:gd name="csX11" fmla="*/ 173991 w 189231"/>
                    <a:gd name="csY11" fmla="*/ 477520 h 480061"/>
                    <a:gd name="csX12" fmla="*/ 189231 w 189231"/>
                    <a:gd name="csY12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62231 w 189231"/>
                    <a:gd name="csY7" fmla="*/ 375920 h 480061"/>
                    <a:gd name="csX8" fmla="*/ 113031 w 189231"/>
                    <a:gd name="csY8" fmla="*/ 434340 h 480061"/>
                    <a:gd name="csX9" fmla="*/ 161291 w 189231"/>
                    <a:gd name="csY9" fmla="*/ 469900 h 480061"/>
                    <a:gd name="csX10" fmla="*/ 173991 w 189231"/>
                    <a:gd name="csY10" fmla="*/ 477520 h 480061"/>
                    <a:gd name="csX11" fmla="*/ 189231 w 189231"/>
                    <a:gd name="csY11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39371 w 189231"/>
                    <a:gd name="csY6" fmla="*/ 342900 h 480061"/>
                    <a:gd name="csX7" fmla="*/ 113031 w 189231"/>
                    <a:gd name="csY7" fmla="*/ 434340 h 480061"/>
                    <a:gd name="csX8" fmla="*/ 161291 w 189231"/>
                    <a:gd name="csY8" fmla="*/ 469900 h 480061"/>
                    <a:gd name="csX9" fmla="*/ 173991 w 189231"/>
                    <a:gd name="csY9" fmla="*/ 477520 h 480061"/>
                    <a:gd name="csX10" fmla="*/ 189231 w 189231"/>
                    <a:gd name="csY10" fmla="*/ 480060 h 480061"/>
                    <a:gd name="csX0" fmla="*/ 171451 w 189231"/>
                    <a:gd name="csY0" fmla="*/ 0 h 480061"/>
                    <a:gd name="csX1" fmla="*/ 158751 w 189231"/>
                    <a:gd name="csY1" fmla="*/ 7620 h 480061"/>
                    <a:gd name="csX2" fmla="*/ 57151 w 189231"/>
                    <a:gd name="csY2" fmla="*/ 86360 h 480061"/>
                    <a:gd name="csX3" fmla="*/ 1271 w 189231"/>
                    <a:gd name="csY3" fmla="*/ 198120 h 480061"/>
                    <a:gd name="csX4" fmla="*/ 8891 w 189231"/>
                    <a:gd name="csY4" fmla="*/ 292100 h 480061"/>
                    <a:gd name="csX5" fmla="*/ 29211 w 189231"/>
                    <a:gd name="csY5" fmla="*/ 322580 h 480061"/>
                    <a:gd name="csX6" fmla="*/ 113031 w 189231"/>
                    <a:gd name="csY6" fmla="*/ 434340 h 480061"/>
                    <a:gd name="csX7" fmla="*/ 161291 w 189231"/>
                    <a:gd name="csY7" fmla="*/ 469900 h 480061"/>
                    <a:gd name="csX8" fmla="*/ 173991 w 189231"/>
                    <a:gd name="csY8" fmla="*/ 477520 h 480061"/>
                    <a:gd name="csX9" fmla="*/ 189231 w 189231"/>
                    <a:gd name="csY9" fmla="*/ 480060 h 480061"/>
                    <a:gd name="csX0" fmla="*/ 174041 w 191821"/>
                    <a:gd name="csY0" fmla="*/ 0 h 480061"/>
                    <a:gd name="csX1" fmla="*/ 161341 w 191821"/>
                    <a:gd name="csY1" fmla="*/ 7620 h 480061"/>
                    <a:gd name="csX2" fmla="*/ 59741 w 191821"/>
                    <a:gd name="csY2" fmla="*/ 86360 h 480061"/>
                    <a:gd name="csX3" fmla="*/ 3861 w 191821"/>
                    <a:gd name="csY3" fmla="*/ 198120 h 480061"/>
                    <a:gd name="csX4" fmla="*/ 11481 w 191821"/>
                    <a:gd name="csY4" fmla="*/ 292100 h 480061"/>
                    <a:gd name="csX5" fmla="*/ 115621 w 191821"/>
                    <a:gd name="csY5" fmla="*/ 434340 h 480061"/>
                    <a:gd name="csX6" fmla="*/ 163881 w 191821"/>
                    <a:gd name="csY6" fmla="*/ 469900 h 480061"/>
                    <a:gd name="csX7" fmla="*/ 176581 w 191821"/>
                    <a:gd name="csY7" fmla="*/ 477520 h 480061"/>
                    <a:gd name="csX8" fmla="*/ 191821 w 191821"/>
                    <a:gd name="csY8" fmla="*/ 480060 h 480061"/>
                    <a:gd name="csX0" fmla="*/ 177322 w 195102"/>
                    <a:gd name="csY0" fmla="*/ 0 h 485417"/>
                    <a:gd name="csX1" fmla="*/ 164622 w 195102"/>
                    <a:gd name="csY1" fmla="*/ 7620 h 485417"/>
                    <a:gd name="csX2" fmla="*/ 63022 w 195102"/>
                    <a:gd name="csY2" fmla="*/ 86360 h 485417"/>
                    <a:gd name="csX3" fmla="*/ 7142 w 195102"/>
                    <a:gd name="csY3" fmla="*/ 198120 h 485417"/>
                    <a:gd name="csX4" fmla="*/ 14762 w 195102"/>
                    <a:gd name="csY4" fmla="*/ 292100 h 485417"/>
                    <a:gd name="csX5" fmla="*/ 167162 w 195102"/>
                    <a:gd name="csY5" fmla="*/ 469900 h 485417"/>
                    <a:gd name="csX6" fmla="*/ 179862 w 195102"/>
                    <a:gd name="csY6" fmla="*/ 477520 h 485417"/>
                    <a:gd name="csX7" fmla="*/ 195102 w 195102"/>
                    <a:gd name="csY7" fmla="*/ 480060 h 485417"/>
                    <a:gd name="csX0" fmla="*/ 178217 w 195997"/>
                    <a:gd name="csY0" fmla="*/ 0 h 480061"/>
                    <a:gd name="csX1" fmla="*/ 165517 w 195997"/>
                    <a:gd name="csY1" fmla="*/ 7620 h 480061"/>
                    <a:gd name="csX2" fmla="*/ 63917 w 195997"/>
                    <a:gd name="csY2" fmla="*/ 86360 h 480061"/>
                    <a:gd name="csX3" fmla="*/ 8037 w 195997"/>
                    <a:gd name="csY3" fmla="*/ 198120 h 480061"/>
                    <a:gd name="csX4" fmla="*/ 15657 w 195997"/>
                    <a:gd name="csY4" fmla="*/ 292100 h 480061"/>
                    <a:gd name="csX5" fmla="*/ 180757 w 195997"/>
                    <a:gd name="csY5" fmla="*/ 477520 h 480061"/>
                    <a:gd name="csX6" fmla="*/ 195997 w 195997"/>
                    <a:gd name="csY6" fmla="*/ 480060 h 480061"/>
                    <a:gd name="csX0" fmla="*/ 179300 w 197080"/>
                    <a:gd name="csY0" fmla="*/ 0 h 480060"/>
                    <a:gd name="csX1" fmla="*/ 166600 w 197080"/>
                    <a:gd name="csY1" fmla="*/ 7620 h 480060"/>
                    <a:gd name="csX2" fmla="*/ 65000 w 197080"/>
                    <a:gd name="csY2" fmla="*/ 86360 h 480060"/>
                    <a:gd name="csX3" fmla="*/ 9120 w 197080"/>
                    <a:gd name="csY3" fmla="*/ 198120 h 480060"/>
                    <a:gd name="csX4" fmla="*/ 16740 w 197080"/>
                    <a:gd name="csY4" fmla="*/ 292100 h 480060"/>
                    <a:gd name="csX5" fmla="*/ 197080 w 197080"/>
                    <a:gd name="csY5" fmla="*/ 480060 h 480060"/>
                    <a:gd name="csX0" fmla="*/ 174416 w 192196"/>
                    <a:gd name="csY0" fmla="*/ 0 h 480060"/>
                    <a:gd name="csX1" fmla="*/ 161716 w 192196"/>
                    <a:gd name="csY1" fmla="*/ 7620 h 480060"/>
                    <a:gd name="csX2" fmla="*/ 60116 w 192196"/>
                    <a:gd name="csY2" fmla="*/ 86360 h 480060"/>
                    <a:gd name="csX3" fmla="*/ 4236 w 192196"/>
                    <a:gd name="csY3" fmla="*/ 198120 h 480060"/>
                    <a:gd name="csX4" fmla="*/ 192196 w 192196"/>
                    <a:gd name="csY4" fmla="*/ 480060 h 480060"/>
                    <a:gd name="csX0" fmla="*/ 170321 w 188101"/>
                    <a:gd name="csY0" fmla="*/ 8632 h 488692"/>
                    <a:gd name="csX1" fmla="*/ 157621 w 188101"/>
                    <a:gd name="csY1" fmla="*/ 16252 h 488692"/>
                    <a:gd name="csX2" fmla="*/ 141 w 188101"/>
                    <a:gd name="csY2" fmla="*/ 206752 h 488692"/>
                    <a:gd name="csX3" fmla="*/ 188101 w 188101"/>
                    <a:gd name="csY3" fmla="*/ 488692 h 488692"/>
                    <a:gd name="csX0" fmla="*/ 170228 w 188008"/>
                    <a:gd name="csY0" fmla="*/ 0 h 480060"/>
                    <a:gd name="csX1" fmla="*/ 48 w 188008"/>
                    <a:gd name="csY1" fmla="*/ 198120 h 480060"/>
                    <a:gd name="csX2" fmla="*/ 188008 w 188008"/>
                    <a:gd name="csY2" fmla="*/ 480060 h 480060"/>
                    <a:gd name="csX0" fmla="*/ 195619 w 213399"/>
                    <a:gd name="csY0" fmla="*/ 0 h 480060"/>
                    <a:gd name="csX1" fmla="*/ 39 w 213399"/>
                    <a:gd name="csY1" fmla="*/ 238760 h 480060"/>
                    <a:gd name="csX2" fmla="*/ 213399 w 213399"/>
                    <a:gd name="csY2" fmla="*/ 480060 h 480060"/>
                    <a:gd name="csX0" fmla="*/ 195952 w 213732"/>
                    <a:gd name="csY0" fmla="*/ 0 h 480060"/>
                    <a:gd name="csX1" fmla="*/ 372 w 213732"/>
                    <a:gd name="csY1" fmla="*/ 238760 h 480060"/>
                    <a:gd name="csX2" fmla="*/ 213732 w 213732"/>
                    <a:gd name="csY2" fmla="*/ 480060 h 480060"/>
                    <a:gd name="csX0" fmla="*/ 140227 w 158007"/>
                    <a:gd name="csY0" fmla="*/ 0 h 480060"/>
                    <a:gd name="csX1" fmla="*/ 527 w 158007"/>
                    <a:gd name="csY1" fmla="*/ 220980 h 480060"/>
                    <a:gd name="csX2" fmla="*/ 158007 w 158007"/>
                    <a:gd name="csY2" fmla="*/ 480060 h 480060"/>
                    <a:gd name="csX0" fmla="*/ 139998 w 157778"/>
                    <a:gd name="csY0" fmla="*/ 0 h 480060"/>
                    <a:gd name="csX1" fmla="*/ 298 w 157778"/>
                    <a:gd name="csY1" fmla="*/ 220980 h 480060"/>
                    <a:gd name="csX2" fmla="*/ 157778 w 157778"/>
                    <a:gd name="csY2" fmla="*/ 480060 h 480060"/>
                    <a:gd name="csX0" fmla="*/ 132396 w 150176"/>
                    <a:gd name="csY0" fmla="*/ 0 h 480060"/>
                    <a:gd name="csX1" fmla="*/ 316 w 150176"/>
                    <a:gd name="csY1" fmla="*/ 220980 h 480060"/>
                    <a:gd name="csX2" fmla="*/ 150176 w 150176"/>
                    <a:gd name="csY2" fmla="*/ 480060 h 480060"/>
                    <a:gd name="csX0" fmla="*/ 132145 w 149925"/>
                    <a:gd name="csY0" fmla="*/ 0 h 480060"/>
                    <a:gd name="csX1" fmla="*/ 65 w 149925"/>
                    <a:gd name="csY1" fmla="*/ 220980 h 480060"/>
                    <a:gd name="csX2" fmla="*/ 149925 w 149925"/>
                    <a:gd name="csY2" fmla="*/ 480060 h 480060"/>
                    <a:gd name="csX0" fmla="*/ 126434 w 144214"/>
                    <a:gd name="csY0" fmla="*/ 0 h 480060"/>
                    <a:gd name="csX1" fmla="*/ 69 w 144214"/>
                    <a:gd name="csY1" fmla="*/ 249555 h 480060"/>
                    <a:gd name="csX2" fmla="*/ 144214 w 144214"/>
                    <a:gd name="csY2" fmla="*/ 480060 h 480060"/>
                    <a:gd name="csX0" fmla="*/ 103595 w 121375"/>
                    <a:gd name="csY0" fmla="*/ 0 h 480060"/>
                    <a:gd name="csX1" fmla="*/ 90 w 121375"/>
                    <a:gd name="csY1" fmla="*/ 224790 h 480060"/>
                    <a:gd name="csX2" fmla="*/ 121375 w 121375"/>
                    <a:gd name="csY2" fmla="*/ 480060 h 480060"/>
                    <a:gd name="csX0" fmla="*/ 103518 w 121298"/>
                    <a:gd name="csY0" fmla="*/ 0 h 480060"/>
                    <a:gd name="csX1" fmla="*/ 13 w 121298"/>
                    <a:gd name="csY1" fmla="*/ 224790 h 480060"/>
                    <a:gd name="csX2" fmla="*/ 121298 w 121298"/>
                    <a:gd name="csY2" fmla="*/ 480060 h 480060"/>
                    <a:gd name="csX0" fmla="*/ 120659 w 138439"/>
                    <a:gd name="csY0" fmla="*/ 0 h 480060"/>
                    <a:gd name="csX1" fmla="*/ 9 w 138439"/>
                    <a:gd name="csY1" fmla="*/ 226695 h 480060"/>
                    <a:gd name="csX2" fmla="*/ 138439 w 138439"/>
                    <a:gd name="csY2" fmla="*/ 480060 h 480060"/>
                    <a:gd name="csX0" fmla="*/ 35185 w 52965"/>
                    <a:gd name="csY0" fmla="*/ 0 h 480060"/>
                    <a:gd name="csX1" fmla="*/ 260 w 52965"/>
                    <a:gd name="csY1" fmla="*/ 228600 h 480060"/>
                    <a:gd name="csX2" fmla="*/ 52965 w 52965"/>
                    <a:gd name="csY2" fmla="*/ 480060 h 480060"/>
                    <a:gd name="csX0" fmla="*/ 34961 w 52741"/>
                    <a:gd name="csY0" fmla="*/ 0 h 480060"/>
                    <a:gd name="csX1" fmla="*/ 36 w 52741"/>
                    <a:gd name="csY1" fmla="*/ 228600 h 480060"/>
                    <a:gd name="csX2" fmla="*/ 52741 w 52741"/>
                    <a:gd name="csY2" fmla="*/ 480060 h 480060"/>
                    <a:gd name="csX0" fmla="*/ 48278 w 66058"/>
                    <a:gd name="csY0" fmla="*/ 0 h 480060"/>
                    <a:gd name="csX1" fmla="*/ 18 w 66058"/>
                    <a:gd name="csY1" fmla="*/ 224790 h 480060"/>
                    <a:gd name="csX2" fmla="*/ 66058 w 66058"/>
                    <a:gd name="csY2" fmla="*/ 480060 h 480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 w="127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  <p:sp>
            <p:nvSpPr>
              <p:cNvPr id="111" name="Isosceles Triangle 110">
                <a:extLst>
                  <a:ext uri="{FF2B5EF4-FFF2-40B4-BE49-F238E27FC236}">
                    <a16:creationId xmlns:a16="http://schemas.microsoft.com/office/drawing/2014/main" id="{8C4B45A5-C63B-39DF-4322-DB36FC92B1CE}"/>
                  </a:ext>
                </a:extLst>
              </p:cNvPr>
              <p:cNvSpPr/>
              <p:nvPr/>
            </p:nvSpPr>
            <p:spPr>
              <a:xfrm rot="10800000" flipH="1">
                <a:off x="4471286" y="3381760"/>
                <a:ext cx="77886" cy="77787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FB2E134-1A70-2B9D-FB58-D5CBFE49098F}"/>
                </a:ext>
              </a:extLst>
            </p:cNvPr>
            <p:cNvGrpSpPr/>
            <p:nvPr/>
          </p:nvGrpSpPr>
          <p:grpSpPr>
            <a:xfrm>
              <a:off x="1328261" y="1517492"/>
              <a:ext cx="3605935" cy="1753621"/>
              <a:chOff x="2054942" y="452285"/>
              <a:chExt cx="5250426" cy="2553362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23B152A-ADD4-770C-47BA-4987DD32E9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5556" y="452285"/>
                <a:ext cx="0" cy="24285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C0C9016-8AD9-9852-D060-D2453E3AFE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4942" y="452285"/>
                <a:ext cx="525042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53F9608-1918-EF4C-24CE-F805806193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21" y="1809135"/>
                <a:ext cx="0" cy="10717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855A30D-D558-4823-B642-9F3DA0B79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7095" y="1809135"/>
                <a:ext cx="252031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3FA1ACC-EF96-AB51-A91D-2C7E60741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1435" y="452285"/>
                <a:ext cx="0" cy="13568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0AA67AF-C3C0-C08C-3CF3-86E82F2E9E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3710" y="1807230"/>
                <a:ext cx="478032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F98A6D7-A2FD-24BE-3D56-B50658B4CC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37384" y="1807230"/>
                <a:ext cx="570096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159556C-F459-CD67-47F2-311B6B8937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5796" y="3005647"/>
                <a:ext cx="341376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4F6935B-0C16-FF94-985C-5DC93A96F813}"/>
                </a:ext>
              </a:extLst>
            </p:cNvPr>
            <p:cNvGrpSpPr/>
            <p:nvPr/>
          </p:nvGrpSpPr>
          <p:grpSpPr>
            <a:xfrm flipV="1">
              <a:off x="1328177" y="3561776"/>
              <a:ext cx="3605935" cy="1752960"/>
              <a:chOff x="2054942" y="452285"/>
              <a:chExt cx="5250426" cy="2553362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A5D07E8-8B90-AF7D-7FB8-46FF39815B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5556" y="452285"/>
                <a:ext cx="0" cy="24285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4B76297-FFC9-3D02-518A-47BAF2E740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4942" y="452285"/>
                <a:ext cx="525042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4FB04FD-11D7-0EE6-BC7C-EB3FA5BF4B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21" y="1809135"/>
                <a:ext cx="0" cy="10717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DD6C221-427E-78FC-DE05-3F71ED3BC5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7095" y="1809135"/>
                <a:ext cx="252031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4A17661-28EF-BCF1-9EE0-47201DD16A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1435" y="452285"/>
                <a:ext cx="0" cy="13568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B225118-6A4A-5A12-33E3-DE5A5057D4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3710" y="1807230"/>
                <a:ext cx="478032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77C3FCD-758A-BA74-A822-400D2D4AB1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37384" y="1807230"/>
                <a:ext cx="570096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B08722F-6DFF-36EA-C083-39B14CB88E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5796" y="3005647"/>
                <a:ext cx="341376" cy="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74443ACF-82B7-17C8-5217-9B1E154A4CF7}"/>
                    </a:ext>
                  </a:extLst>
                </p:cNvPr>
                <p:cNvSpPr txBox="1"/>
                <p:nvPr/>
              </p:nvSpPr>
              <p:spPr>
                <a:xfrm>
                  <a:off x="2301181" y="3205210"/>
                  <a:ext cx="33823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sz="28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oMath>
                    </m:oMathPara>
                  </a14:m>
                  <a:endParaRPr lang="nl-NL" sz="2800" b="1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74443ACF-82B7-17C8-5217-9B1E154A4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1181" y="3205210"/>
                  <a:ext cx="338234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B765B804-4F98-385A-CAE8-E9B331CD99C2}"/>
              </a:ext>
            </a:extLst>
          </p:cNvPr>
          <p:cNvGrpSpPr/>
          <p:nvPr/>
        </p:nvGrpSpPr>
        <p:grpSpPr>
          <a:xfrm>
            <a:off x="624403" y="1202911"/>
            <a:ext cx="6142994" cy="4452178"/>
            <a:chOff x="1251111" y="1193030"/>
            <a:chExt cx="6142994" cy="44521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B5C7BEA5-B7FE-C232-A501-D744258408CF}"/>
                    </a:ext>
                  </a:extLst>
                </p:cNvPr>
                <p:cNvSpPr txBox="1"/>
                <p:nvPr/>
              </p:nvSpPr>
              <p:spPr>
                <a:xfrm>
                  <a:off x="4214091" y="2048858"/>
                  <a:ext cx="288476" cy="3016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BE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B5C7BEA5-B7FE-C232-A501-D74425840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4091" y="2048858"/>
                  <a:ext cx="288476" cy="301686"/>
                </a:xfrm>
                <a:prstGeom prst="rect">
                  <a:avLst/>
                </a:prstGeom>
                <a:blipFill>
                  <a:blip r:embed="rId3"/>
                  <a:stretch>
                    <a:fillRect l="-18750" r="-8333" b="-22449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743279EC-DC07-76B5-2E9E-8948F41607B1}"/>
                </a:ext>
              </a:extLst>
            </p:cNvPr>
            <p:cNvSpPr/>
            <p:nvPr/>
          </p:nvSpPr>
          <p:spPr>
            <a:xfrm>
              <a:off x="2490066" y="3155065"/>
              <a:ext cx="948921" cy="457494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855B53D3-F960-2639-7DF2-A23CD507C8B3}"/>
                </a:ext>
              </a:extLst>
            </p:cNvPr>
            <p:cNvGrpSpPr/>
            <p:nvPr/>
          </p:nvGrpSpPr>
          <p:grpSpPr>
            <a:xfrm>
              <a:off x="2490065" y="1487152"/>
              <a:ext cx="3605935" cy="1753621"/>
              <a:chOff x="2054942" y="452285"/>
              <a:chExt cx="5250426" cy="2553362"/>
            </a:xfrm>
          </p:grpSpPr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81A09A31-22ED-F061-AAFF-87D893903D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5556" y="452285"/>
                <a:ext cx="0" cy="24285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20218335-2B3A-07CD-35AB-9091E4D5BB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4942" y="452285"/>
                <a:ext cx="525042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0E10AA49-D9C7-B66D-A0EA-585B0C32B1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21" y="1809135"/>
                <a:ext cx="0" cy="10717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424DEF53-FF02-EF5A-FC4A-C5ED5F47A1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7095" y="1809135"/>
                <a:ext cx="252031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321A78F9-FC89-184C-FD1C-C599AF276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1435" y="452285"/>
                <a:ext cx="0" cy="13568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62DF2B74-4D71-7ADB-B4AE-2BF0C5303F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3710" y="1807230"/>
                <a:ext cx="478032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07477C07-A414-69FA-60B7-BBC933ABD4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37384" y="1807230"/>
                <a:ext cx="570096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CDAC194C-0D5B-BA3E-50D1-E08032E139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5796" y="3005647"/>
                <a:ext cx="34137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A383C501-814B-CC1B-A4DE-C18FE4A0AD85}"/>
                </a:ext>
              </a:extLst>
            </p:cNvPr>
            <p:cNvGrpSpPr/>
            <p:nvPr/>
          </p:nvGrpSpPr>
          <p:grpSpPr>
            <a:xfrm flipV="1">
              <a:off x="2489981" y="3531436"/>
              <a:ext cx="3605935" cy="1752960"/>
              <a:chOff x="2054942" y="452285"/>
              <a:chExt cx="5250426" cy="2553362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43FF94D4-64FD-7259-26AB-8FC76A0B57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5556" y="452285"/>
                <a:ext cx="0" cy="24285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9BE97613-C055-D632-506A-CB3DBC01F0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4942" y="452285"/>
                <a:ext cx="525042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25E6BED1-5D34-7B64-AD12-7EF039ECC0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21" y="1809135"/>
                <a:ext cx="0" cy="10717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A586870C-8918-F474-81DF-BC2C9265F0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7095" y="1809135"/>
                <a:ext cx="252031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D646383B-BD60-087E-1F9A-26D336AA54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1435" y="452285"/>
                <a:ext cx="0" cy="13568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E22DC298-C38E-9E44-E2BF-A999871B77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3710" y="1807230"/>
                <a:ext cx="478032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E5AF3AF3-39B1-5F60-D7A2-E2C4CB0837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37384" y="1807230"/>
                <a:ext cx="570096" cy="119841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82773A0-D6C2-B8C9-9EE3-E1674998E5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5796" y="3005647"/>
                <a:ext cx="34137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2" name="Isosceles Triangle 201">
              <a:extLst>
                <a:ext uri="{FF2B5EF4-FFF2-40B4-BE49-F238E27FC236}">
                  <a16:creationId xmlns:a16="http://schemas.microsoft.com/office/drawing/2014/main" id="{F957FF42-4309-F72F-A126-67C02705402A}"/>
                </a:ext>
              </a:extLst>
            </p:cNvPr>
            <p:cNvSpPr/>
            <p:nvPr/>
          </p:nvSpPr>
          <p:spPr>
            <a:xfrm>
              <a:off x="2868138" y="3272112"/>
              <a:ext cx="194261" cy="16746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12A4AEE8-5EBC-FA75-86AB-A5924138431E}"/>
                </a:ext>
              </a:extLst>
            </p:cNvPr>
            <p:cNvSpPr/>
            <p:nvPr/>
          </p:nvSpPr>
          <p:spPr>
            <a:xfrm rot="10800000">
              <a:off x="5561866" y="2835715"/>
              <a:ext cx="194261" cy="16746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4" name="Isosceles Triangle 203">
              <a:extLst>
                <a:ext uri="{FF2B5EF4-FFF2-40B4-BE49-F238E27FC236}">
                  <a16:creationId xmlns:a16="http://schemas.microsoft.com/office/drawing/2014/main" id="{10DC6D61-D308-9948-820F-E267D30EBE8D}"/>
                </a:ext>
              </a:extLst>
            </p:cNvPr>
            <p:cNvSpPr/>
            <p:nvPr/>
          </p:nvSpPr>
          <p:spPr>
            <a:xfrm rot="5400000">
              <a:off x="4200694" y="1800026"/>
              <a:ext cx="194261" cy="16746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5" name="Isosceles Triangle 204">
              <a:extLst>
                <a:ext uri="{FF2B5EF4-FFF2-40B4-BE49-F238E27FC236}">
                  <a16:creationId xmlns:a16="http://schemas.microsoft.com/office/drawing/2014/main" id="{53964027-287D-6E81-1C72-DF94A0AD05C7}"/>
                </a:ext>
              </a:extLst>
            </p:cNvPr>
            <p:cNvSpPr/>
            <p:nvPr/>
          </p:nvSpPr>
          <p:spPr>
            <a:xfrm rot="16200000">
              <a:off x="4182076" y="4744851"/>
              <a:ext cx="194261" cy="167467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7844F42-4E81-EB6D-1D84-9F5071AE6946}"/>
                </a:ext>
              </a:extLst>
            </p:cNvPr>
            <p:cNvSpPr txBox="1"/>
            <p:nvPr/>
          </p:nvSpPr>
          <p:spPr>
            <a:xfrm>
              <a:off x="1251111" y="3232080"/>
              <a:ext cx="13153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Nd-</a:t>
              </a:r>
              <a:r>
                <a:rPr lang="en-GB" sz="1400" dirty="0" err="1"/>
                <a:t>magneet</a:t>
              </a:r>
              <a:endParaRPr lang="LID4096" sz="1400" dirty="0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DABBB6A0-0046-32A1-D0D2-D0B3BC70C834}"/>
                </a:ext>
              </a:extLst>
            </p:cNvPr>
            <p:cNvSpPr txBox="1"/>
            <p:nvPr/>
          </p:nvSpPr>
          <p:spPr>
            <a:xfrm>
              <a:off x="3827047" y="5337431"/>
              <a:ext cx="11090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Polepiece</a:t>
              </a:r>
              <a:endParaRPr lang="LID4096" sz="140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2EE7B36B-A157-FBAC-1FC7-05907EB5DA4D}"/>
                </a:ext>
              </a:extLst>
            </p:cNvPr>
            <p:cNvSpPr txBox="1"/>
            <p:nvPr/>
          </p:nvSpPr>
          <p:spPr>
            <a:xfrm>
              <a:off x="6285083" y="3275752"/>
              <a:ext cx="11090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Gap (</a:t>
              </a:r>
              <a:r>
                <a:rPr lang="en-GB" sz="1400" dirty="0" err="1"/>
                <a:t>lucht</a:t>
              </a:r>
              <a:r>
                <a:rPr lang="en-GB" sz="1400"/>
                <a:t>)</a:t>
              </a:r>
              <a:endParaRPr lang="LID4096" sz="1400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10BB4CF9-39CA-C2EB-1B96-A52C8D26C5A1}"/>
                </a:ext>
              </a:extLst>
            </p:cNvPr>
            <p:cNvSpPr txBox="1"/>
            <p:nvPr/>
          </p:nvSpPr>
          <p:spPr>
            <a:xfrm>
              <a:off x="3827047" y="1193030"/>
              <a:ext cx="11090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Polepiece</a:t>
              </a:r>
              <a:endParaRPr lang="LID4096" sz="1400" dirty="0"/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5165371D-6BA5-F473-833A-97744215D636}"/>
                </a:ext>
              </a:extLst>
            </p:cNvPr>
            <p:cNvCxnSpPr/>
            <p:nvPr/>
          </p:nvCxnSpPr>
          <p:spPr>
            <a:xfrm>
              <a:off x="3496554" y="3155065"/>
              <a:ext cx="0" cy="44706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F64D69B7-A4AA-B2C4-9CA3-A83F0EBE4259}"/>
                </a:ext>
              </a:extLst>
            </p:cNvPr>
            <p:cNvCxnSpPr/>
            <p:nvPr/>
          </p:nvCxnSpPr>
          <p:spPr>
            <a:xfrm>
              <a:off x="5251777" y="3235767"/>
              <a:ext cx="0" cy="29066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1DD95E38-B238-F837-BD6B-1B5F9EE9BAF8}"/>
                    </a:ext>
                  </a:extLst>
                </p:cNvPr>
                <p:cNvSpPr txBox="1"/>
                <p:nvPr/>
              </p:nvSpPr>
              <p:spPr>
                <a:xfrm>
                  <a:off x="3565721" y="3246580"/>
                  <a:ext cx="239737" cy="1902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1DD95E38-B238-F837-BD6B-1B5F9EE9B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5721" y="3246580"/>
                  <a:ext cx="239737" cy="190240"/>
                </a:xfrm>
                <a:prstGeom prst="rect">
                  <a:avLst/>
                </a:prstGeom>
                <a:blipFill>
                  <a:blip r:embed="rId4"/>
                  <a:stretch>
                    <a:fillRect l="-35897" r="-38462" b="-61290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33FEB671-FF4E-5D54-BEE6-4E239A37BF46}"/>
                    </a:ext>
                  </a:extLst>
                </p:cNvPr>
                <p:cNvSpPr txBox="1"/>
                <p:nvPr/>
              </p:nvSpPr>
              <p:spPr>
                <a:xfrm>
                  <a:off x="4931419" y="3223899"/>
                  <a:ext cx="201029" cy="2057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33FEB671-FF4E-5D54-BEE6-4E239A37B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1419" y="3223899"/>
                  <a:ext cx="201029" cy="205741"/>
                </a:xfrm>
                <a:prstGeom prst="rect">
                  <a:avLst/>
                </a:prstGeom>
                <a:blipFill>
                  <a:blip r:embed="rId5"/>
                  <a:stretch>
                    <a:fillRect l="-42424" r="-45455" b="-76471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D007BBBC-B673-A5EF-CD1F-2C3CEFDBE1F7}"/>
                    </a:ext>
                  </a:extLst>
                </p:cNvPr>
                <p:cNvSpPr txBox="1"/>
                <p:nvPr/>
              </p:nvSpPr>
              <p:spPr>
                <a:xfrm>
                  <a:off x="5912879" y="2884942"/>
                  <a:ext cx="209836" cy="2057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D007BBBC-B673-A5EF-CD1F-2C3CEFDBE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2879" y="2884942"/>
                  <a:ext cx="209836" cy="205741"/>
                </a:xfrm>
                <a:prstGeom prst="rect">
                  <a:avLst/>
                </a:prstGeom>
                <a:blipFill>
                  <a:blip r:embed="rId6"/>
                  <a:stretch>
                    <a:fillRect l="-37143" r="-42857" b="-76471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9D0B13CA-784E-9D28-A93C-DA9A5A03B74D}"/>
                    </a:ext>
                  </a:extLst>
                </p:cNvPr>
                <p:cNvSpPr txBox="1"/>
                <p:nvPr/>
              </p:nvSpPr>
              <p:spPr>
                <a:xfrm>
                  <a:off x="5943998" y="3516398"/>
                  <a:ext cx="192618" cy="1902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9D0B13CA-784E-9D28-A93C-DA9A5A03B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998" y="3516398"/>
                  <a:ext cx="192618" cy="190240"/>
                </a:xfrm>
                <a:prstGeom prst="rect">
                  <a:avLst/>
                </a:prstGeom>
                <a:blipFill>
                  <a:blip r:embed="rId7"/>
                  <a:stretch>
                    <a:fillRect l="-40625" r="-43750" b="-75000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99EE880F-32E5-EB2D-5BEC-27E3F8C6976D}"/>
                </a:ext>
              </a:extLst>
            </p:cNvPr>
            <p:cNvSpPr/>
            <p:nvPr/>
          </p:nvSpPr>
          <p:spPr>
            <a:xfrm>
              <a:off x="2968607" y="1883760"/>
              <a:ext cx="2688529" cy="2944171"/>
            </a:xfrm>
            <a:prstGeom prst="roundRect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8ED02868-B7FE-5194-264B-88A064FFFDC2}"/>
                    </a:ext>
                  </a:extLst>
                </p:cNvPr>
                <p:cNvSpPr txBox="1"/>
                <p:nvPr/>
              </p:nvSpPr>
              <p:spPr>
                <a:xfrm>
                  <a:off x="3110837" y="2848420"/>
                  <a:ext cx="248545" cy="1902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8ED02868-B7FE-5194-264B-88A064FFFD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0837" y="2848420"/>
                  <a:ext cx="248545" cy="190240"/>
                </a:xfrm>
                <a:prstGeom prst="rect">
                  <a:avLst/>
                </a:prstGeom>
                <a:blipFill>
                  <a:blip r:embed="rId8"/>
                  <a:stretch>
                    <a:fillRect l="-35000" r="-40000" b="-61290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C790C42C-1A42-AB23-6F5F-C63AB0B807E0}"/>
                    </a:ext>
                  </a:extLst>
                </p:cNvPr>
                <p:cNvSpPr txBox="1"/>
                <p:nvPr/>
              </p:nvSpPr>
              <p:spPr>
                <a:xfrm>
                  <a:off x="3108564" y="3260725"/>
                  <a:ext cx="235334" cy="1902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C790C42C-1A42-AB23-6F5F-C63AB0B80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8564" y="3260725"/>
                  <a:ext cx="235334" cy="190240"/>
                </a:xfrm>
                <a:prstGeom prst="rect">
                  <a:avLst/>
                </a:prstGeom>
                <a:blipFill>
                  <a:blip r:embed="rId9"/>
                  <a:stretch>
                    <a:fillRect l="-33333" r="-35897" b="-77419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E0C62D8E-AAFE-B106-AB49-4151CD41E95D}"/>
                    </a:ext>
                  </a:extLst>
                </p:cNvPr>
                <p:cNvSpPr txBox="1"/>
                <p:nvPr/>
              </p:nvSpPr>
              <p:spPr>
                <a:xfrm>
                  <a:off x="2822931" y="4668420"/>
                  <a:ext cx="27731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sz="2800" b="1" i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𝚪</m:t>
                        </m:r>
                      </m:oMath>
                    </m:oMathPara>
                  </a14:m>
                  <a:endParaRPr lang="nl-NL" sz="2800" b="1">
                    <a:solidFill>
                      <a:srgbClr val="00B0F0"/>
                    </a:solidFill>
                  </a:endParaRPr>
                </a:p>
              </p:txBody>
            </p:sp>
          </mc:Choice>
          <mc:Fallback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E0C62D8E-AAFE-B106-AB49-4151CD41E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2931" y="4668420"/>
                  <a:ext cx="277319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C1D4F88-4368-D407-B933-CA9187EB2759}"/>
                  </a:ext>
                </a:extLst>
              </p:cNvPr>
              <p:cNvSpPr txBox="1"/>
              <p:nvPr/>
            </p:nvSpPr>
            <p:spPr>
              <a:xfrm>
                <a:off x="10027360" y="3065384"/>
                <a:ext cx="6651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B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B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nl-B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nl-BE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nl-NL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C1D4F88-4368-D407-B933-CA9187EB2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7360" y="3065384"/>
                <a:ext cx="665182" cy="276999"/>
              </a:xfrm>
              <a:prstGeom prst="rect">
                <a:avLst/>
              </a:prstGeom>
              <a:blipFill>
                <a:blip r:embed="rId11"/>
                <a:stretch>
                  <a:fillRect l="-8257" b="-1555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826319C1-9053-C13D-6CD2-7B37F39683D3}"/>
                  </a:ext>
                </a:extLst>
              </p:cNvPr>
              <p:cNvSpPr txBox="1"/>
              <p:nvPr/>
            </p:nvSpPr>
            <p:spPr>
              <a:xfrm>
                <a:off x="10027360" y="3427192"/>
                <a:ext cx="6651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BE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BE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nl-BE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nl-BE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nl-NL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826319C1-9053-C13D-6CD2-7B37F3968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7360" y="3427192"/>
                <a:ext cx="665182" cy="276999"/>
              </a:xfrm>
              <a:prstGeom prst="rect">
                <a:avLst/>
              </a:prstGeom>
              <a:blipFill>
                <a:blip r:embed="rId12"/>
                <a:stretch>
                  <a:fillRect l="-8257" b="-1521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7" name="Isosceles Triangle 276">
            <a:extLst>
              <a:ext uri="{FF2B5EF4-FFF2-40B4-BE49-F238E27FC236}">
                <a16:creationId xmlns:a16="http://schemas.microsoft.com/office/drawing/2014/main" id="{4FA0FADC-0F12-69F1-DE7A-F29D1D81050E}"/>
              </a:ext>
            </a:extLst>
          </p:cNvPr>
          <p:cNvSpPr/>
          <p:nvPr/>
        </p:nvSpPr>
        <p:spPr>
          <a:xfrm rot="779647">
            <a:off x="10558847" y="3848239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8" name="Isosceles Triangle 277">
            <a:extLst>
              <a:ext uri="{FF2B5EF4-FFF2-40B4-BE49-F238E27FC236}">
                <a16:creationId xmlns:a16="http://schemas.microsoft.com/office/drawing/2014/main" id="{9209323F-E550-5761-ABED-2B0E0C8E69FA}"/>
              </a:ext>
            </a:extLst>
          </p:cNvPr>
          <p:cNvSpPr/>
          <p:nvPr/>
        </p:nvSpPr>
        <p:spPr>
          <a:xfrm rot="274969">
            <a:off x="10654084" y="3900129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9" name="Isosceles Triangle 278">
            <a:extLst>
              <a:ext uri="{FF2B5EF4-FFF2-40B4-BE49-F238E27FC236}">
                <a16:creationId xmlns:a16="http://schemas.microsoft.com/office/drawing/2014/main" id="{D067A088-5804-F83F-4FB2-32E79E8C5193}"/>
              </a:ext>
            </a:extLst>
          </p:cNvPr>
          <p:cNvSpPr/>
          <p:nvPr/>
        </p:nvSpPr>
        <p:spPr>
          <a:xfrm rot="21129395">
            <a:off x="10854768" y="4046567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0" name="Isosceles Triangle 279">
            <a:extLst>
              <a:ext uri="{FF2B5EF4-FFF2-40B4-BE49-F238E27FC236}">
                <a16:creationId xmlns:a16="http://schemas.microsoft.com/office/drawing/2014/main" id="{9DACFD13-724B-D4F8-3DB5-BECF0EC7BDC0}"/>
              </a:ext>
            </a:extLst>
          </p:cNvPr>
          <p:cNvSpPr/>
          <p:nvPr/>
        </p:nvSpPr>
        <p:spPr>
          <a:xfrm>
            <a:off x="10773654" y="3959646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1" name="Isosceles Triangle 280">
            <a:extLst>
              <a:ext uri="{FF2B5EF4-FFF2-40B4-BE49-F238E27FC236}">
                <a16:creationId xmlns:a16="http://schemas.microsoft.com/office/drawing/2014/main" id="{CA8FBDC1-33E2-019E-A2F2-17D0E7F8E044}"/>
              </a:ext>
            </a:extLst>
          </p:cNvPr>
          <p:cNvSpPr/>
          <p:nvPr/>
        </p:nvSpPr>
        <p:spPr>
          <a:xfrm rot="310569">
            <a:off x="10821167" y="3071432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2" name="Isosceles Triangle 281">
            <a:extLst>
              <a:ext uri="{FF2B5EF4-FFF2-40B4-BE49-F238E27FC236}">
                <a16:creationId xmlns:a16="http://schemas.microsoft.com/office/drawing/2014/main" id="{5C00C59F-52D1-821A-3ED4-841454F3390A}"/>
              </a:ext>
            </a:extLst>
          </p:cNvPr>
          <p:cNvSpPr/>
          <p:nvPr/>
        </p:nvSpPr>
        <p:spPr>
          <a:xfrm>
            <a:off x="10773654" y="2974170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3" name="Isosceles Triangle 282">
            <a:extLst>
              <a:ext uri="{FF2B5EF4-FFF2-40B4-BE49-F238E27FC236}">
                <a16:creationId xmlns:a16="http://schemas.microsoft.com/office/drawing/2014/main" id="{5DF63CF0-0E87-E182-E783-CDB41A1D5009}"/>
              </a:ext>
            </a:extLst>
          </p:cNvPr>
          <p:cNvSpPr/>
          <p:nvPr/>
        </p:nvSpPr>
        <p:spPr>
          <a:xfrm rot="20792499">
            <a:off x="10534491" y="2807051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4" name="Isosceles Triangle 283">
            <a:extLst>
              <a:ext uri="{FF2B5EF4-FFF2-40B4-BE49-F238E27FC236}">
                <a16:creationId xmlns:a16="http://schemas.microsoft.com/office/drawing/2014/main" id="{9A716207-75D8-FFC1-6DA2-600A0F524E98}"/>
              </a:ext>
            </a:extLst>
          </p:cNvPr>
          <p:cNvSpPr/>
          <p:nvPr/>
        </p:nvSpPr>
        <p:spPr>
          <a:xfrm rot="21047738">
            <a:off x="10651645" y="2900833"/>
            <a:ext cx="89966" cy="7778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00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BB63D-53AD-75B7-A8CE-22325E49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1279AB8B-0DCA-AEF9-A7A3-B9518E4BF31E}"/>
              </a:ext>
            </a:extLst>
          </p:cNvPr>
          <p:cNvGrpSpPr/>
          <p:nvPr/>
        </p:nvGrpSpPr>
        <p:grpSpPr>
          <a:xfrm>
            <a:off x="3699173" y="1373054"/>
            <a:ext cx="4793654" cy="4111891"/>
            <a:chOff x="6774563" y="1332532"/>
            <a:chExt cx="4793654" cy="411189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C797563-2939-0201-2CE0-AC9315DFD518}"/>
                </a:ext>
              </a:extLst>
            </p:cNvPr>
            <p:cNvSpPr/>
            <p:nvPr/>
          </p:nvSpPr>
          <p:spPr>
            <a:xfrm>
              <a:off x="7322544" y="1496684"/>
              <a:ext cx="4077524" cy="3783588"/>
            </a:xfrm>
            <a:prstGeom prst="rect">
              <a:avLst/>
            </a:prstGeom>
            <a:no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6F66EAC-0B54-4AA0-9BB0-13F7825F800D}"/>
                </a:ext>
              </a:extLst>
            </p:cNvPr>
            <p:cNvSpPr/>
            <p:nvPr/>
          </p:nvSpPr>
          <p:spPr>
            <a:xfrm>
              <a:off x="6774563" y="2159437"/>
              <a:ext cx="1082524" cy="1082524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6709BB-0C67-23B1-55E8-7B2EDB6EEC66}"/>
                </a:ext>
              </a:extLst>
            </p:cNvPr>
            <p:cNvSpPr/>
            <p:nvPr/>
          </p:nvSpPr>
          <p:spPr>
            <a:xfrm>
              <a:off x="7155608" y="3482876"/>
              <a:ext cx="328302" cy="131315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B430770-BCB3-8272-1783-EE6821C6D6B4}"/>
                </a:ext>
              </a:extLst>
            </p:cNvPr>
            <p:cNvSpPr/>
            <p:nvPr/>
          </p:nvSpPr>
          <p:spPr>
            <a:xfrm>
              <a:off x="11239915" y="2814412"/>
              <a:ext cx="328302" cy="131315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36236E7-F5B6-5163-AA78-D8A72E38F33A}"/>
                </a:ext>
              </a:extLst>
            </p:cNvPr>
            <p:cNvSpPr/>
            <p:nvPr/>
          </p:nvSpPr>
          <p:spPr>
            <a:xfrm rot="16200000">
              <a:off x="9312055" y="4623694"/>
              <a:ext cx="328302" cy="131315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C8A8A38-3BBF-491B-C2FC-6BB62EE0B36B}"/>
                </a:ext>
              </a:extLst>
            </p:cNvPr>
            <p:cNvSpPr/>
            <p:nvPr/>
          </p:nvSpPr>
          <p:spPr>
            <a:xfrm rot="16200000">
              <a:off x="9312055" y="840105"/>
              <a:ext cx="328302" cy="131315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F8FA23D-F0C8-4138-892D-A5D864BB9CB3}"/>
                    </a:ext>
                  </a:extLst>
                </p:cNvPr>
                <p:cNvSpPr txBox="1"/>
                <p:nvPr/>
              </p:nvSpPr>
              <p:spPr>
                <a:xfrm>
                  <a:off x="7154395" y="2212150"/>
                  <a:ext cx="34144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nl-NL" sz="280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F8FA23D-F0C8-4138-892D-A5D864BB9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395" y="2212150"/>
                  <a:ext cx="341440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E861B79-0AAB-3F6D-B787-FA4FB71F8128}"/>
                    </a:ext>
                  </a:extLst>
                </p:cNvPr>
                <p:cNvSpPr txBox="1"/>
                <p:nvPr/>
              </p:nvSpPr>
              <p:spPr>
                <a:xfrm>
                  <a:off x="7154395" y="2739332"/>
                  <a:ext cx="34144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nl-NL" sz="280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E861B79-0AAB-3F6D-B787-FA4FB71F8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395" y="2739332"/>
                  <a:ext cx="341440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96970FD-4E3E-5D43-9AFF-DB00573F6A58}"/>
                    </a:ext>
                  </a:extLst>
                </p:cNvPr>
                <p:cNvSpPr txBox="1"/>
                <p:nvPr/>
              </p:nvSpPr>
              <p:spPr>
                <a:xfrm>
                  <a:off x="7615317" y="3912124"/>
                  <a:ext cx="60196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nl-NL" sz="2800"/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96970FD-4E3E-5D43-9AFF-DB00573F6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5317" y="3912124"/>
                  <a:ext cx="60196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9B734EE-0E4E-A602-1456-7D088764C28F}"/>
                    </a:ext>
                  </a:extLst>
                </p:cNvPr>
                <p:cNvSpPr txBox="1"/>
                <p:nvPr/>
              </p:nvSpPr>
              <p:spPr>
                <a:xfrm>
                  <a:off x="10564383" y="3213690"/>
                  <a:ext cx="507383" cy="471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oMath>
                    </m:oMathPara>
                  </a14:m>
                  <a:endParaRPr lang="nl-NL" sz="280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9B734EE-0E4E-A602-1456-7D088764C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4383" y="3213690"/>
                  <a:ext cx="507383" cy="47153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074DDB2-DCED-28EF-B7A0-3B24603AA89D}"/>
                    </a:ext>
                  </a:extLst>
                </p:cNvPr>
                <p:cNvSpPr txBox="1"/>
                <p:nvPr/>
              </p:nvSpPr>
              <p:spPr>
                <a:xfrm>
                  <a:off x="9259587" y="1727198"/>
                  <a:ext cx="525016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nl-NL" sz="280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074DDB2-DCED-28EF-B7A0-3B24603AA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9587" y="1727198"/>
                  <a:ext cx="525016" cy="469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E884900-0497-FD4F-23B7-038412715E49}"/>
                    </a:ext>
                  </a:extLst>
                </p:cNvPr>
                <p:cNvSpPr txBox="1"/>
                <p:nvPr/>
              </p:nvSpPr>
              <p:spPr>
                <a:xfrm>
                  <a:off x="9193348" y="4580526"/>
                  <a:ext cx="525016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nl-NL" sz="280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E884900-0497-FD4F-23B7-038412715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348" y="4580526"/>
                  <a:ext cx="525016" cy="469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F8FAFD6-9192-C0EE-FA91-FAE2391D3D93}"/>
                    </a:ext>
                  </a:extLst>
                </p:cNvPr>
                <p:cNvSpPr txBox="1"/>
                <p:nvPr/>
              </p:nvSpPr>
              <p:spPr>
                <a:xfrm>
                  <a:off x="7916297" y="2488961"/>
                  <a:ext cx="51905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BE" sz="2800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nl-NL" sz="280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F8FAFD6-9192-C0EE-FA91-FAE2391D3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6297" y="2488961"/>
                  <a:ext cx="519052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51302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80988-775C-5113-FA41-A7A32C850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2426329" y="722795"/>
            <a:ext cx="7339342" cy="541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6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2503</TotalTime>
  <Words>99</Words>
  <Application>Microsoft Office PowerPoint</Application>
  <PresentationFormat>Widescreen</PresentationFormat>
  <Paragraphs>78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 De Borger</dc:creator>
  <cp:lastModifiedBy>Des De Borger</cp:lastModifiedBy>
  <cp:revision>6</cp:revision>
  <dcterms:created xsi:type="dcterms:W3CDTF">2026-04-09T11:57:45Z</dcterms:created>
  <dcterms:modified xsi:type="dcterms:W3CDTF">2026-04-15T18:36:48Z</dcterms:modified>
</cp:coreProperties>
</file>